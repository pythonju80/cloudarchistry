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29"/>
    <p:restoredTop sz="94721"/>
  </p:normalViewPr>
  <p:slideViewPr>
    <p:cSldViewPr snapToGrid="0" snapToObjects="1">
      <p:cViewPr varScale="1">
        <p:scale>
          <a:sx n="91" d="100"/>
          <a:sy n="91" d="100"/>
        </p:scale>
        <p:origin x="2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3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12/9/22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21.png"/><Relationship Id="rId5" Type="http://schemas.openxmlformats.org/officeDocument/2006/relationships/hyperlink" Target="https://docs.aws.amazon.com/architecture-diagrams/latest/ptc-creo-deployment-options-on-aws/ptc-creo-deployment-options-on-aws.html" TargetMode="External"/><Relationship Id="rId15" Type="http://schemas.openxmlformats.org/officeDocument/2006/relationships/image" Target="../media/image12.sv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image" Target="../media/image2.sv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271BE9C-FDD5-DC4D-9BA5-3B7493EA2D8F}"/>
              </a:ext>
            </a:extLst>
          </p:cNvPr>
          <p:cNvSpPr txBox="1"/>
          <p:nvPr/>
        </p:nvSpPr>
        <p:spPr>
          <a:xfrm>
            <a:off x="102660" y="22332"/>
            <a:ext cx="8583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PTC Creo on Amazon </a:t>
            </a:r>
            <a:r>
              <a:rPr lang="en-US" sz="2000" b="1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AppStream</a:t>
            </a:r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2.0 – EC2-based File Share for Users</a:t>
            </a:r>
            <a:endParaRPr lang="en-US" sz="2000" b="1" dirty="0"/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2022, Amazon Web Services, Inc. or its affiliates.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BEBEF-567F-BD43-B598-F246075C6BF3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5"/>
              </a:rPr>
              <a:t>full diagram</a:t>
            </a:r>
            <a:r>
              <a:rPr lang="en-US" sz="1400" dirty="0"/>
              <a:t>.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ECFF5BF-F4EE-CD54-4D71-ABFE5965A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692089" y="4230698"/>
            <a:ext cx="548357" cy="5328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ECDA50-A233-71F9-A189-E74600CD6AF1}"/>
              </a:ext>
            </a:extLst>
          </p:cNvPr>
          <p:cNvSpPr/>
          <p:nvPr/>
        </p:nvSpPr>
        <p:spPr bwMode="auto">
          <a:xfrm>
            <a:off x="3238628" y="1155821"/>
            <a:ext cx="6887268" cy="507424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Cloud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DFA36C-C47A-78EF-CE6A-B0B63AF955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238628" y="1168884"/>
            <a:ext cx="347690" cy="3476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A4A9EA-0366-2680-C1EF-32806BFA51E8}"/>
              </a:ext>
            </a:extLst>
          </p:cNvPr>
          <p:cNvSpPr/>
          <p:nvPr/>
        </p:nvSpPr>
        <p:spPr>
          <a:xfrm>
            <a:off x="4339991" y="1573071"/>
            <a:ext cx="5623761" cy="4513732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100" dirty="0">
                <a:ln w="0"/>
                <a:solidFill>
                  <a:schemeClr val="accent5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VPC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24EBB40-4EC5-06BE-6550-83FA48FB29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569" y="1573071"/>
            <a:ext cx="358292" cy="3582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13139E1-70A0-9C3D-3A12-C803B4D0CE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6653" y="4953626"/>
            <a:ext cx="274320" cy="2680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10923A-2517-DB67-82C0-4DDD531D1CE3}"/>
              </a:ext>
            </a:extLst>
          </p:cNvPr>
          <p:cNvSpPr txBox="1"/>
          <p:nvPr/>
        </p:nvSpPr>
        <p:spPr>
          <a:xfrm>
            <a:off x="3139976" y="5234810"/>
            <a:ext cx="1264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Simple Storage Service (Amazon S3)</a:t>
            </a:r>
          </a:p>
          <a:p>
            <a:pPr algn="ctr"/>
            <a:r>
              <a:rPr 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</a:t>
            </a:r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Users’ home folders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097A11-19BF-CC83-4530-4CD03E8DC2A3}"/>
              </a:ext>
            </a:extLst>
          </p:cNvPr>
          <p:cNvSpPr/>
          <p:nvPr/>
        </p:nvSpPr>
        <p:spPr>
          <a:xfrm>
            <a:off x="4877707" y="3430302"/>
            <a:ext cx="2544141" cy="2479135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rgbClr val="0070C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Private subnet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FA9DB9-4B05-533C-15F9-CE5E04492C2E}"/>
              </a:ext>
            </a:extLst>
          </p:cNvPr>
          <p:cNvSpPr/>
          <p:nvPr/>
        </p:nvSpPr>
        <p:spPr>
          <a:xfrm>
            <a:off x="4882171" y="2249101"/>
            <a:ext cx="2544140" cy="1115794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rgbClr val="0070C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Public subnet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8B44F-B109-E8C5-4121-4DD86B666A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3986" y="2249101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005DF2-8DA4-52C8-F441-B5A284BE925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76699" y="3412740"/>
            <a:ext cx="250913" cy="2189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0217DC3-CFFE-6946-4AF8-F211DC5E47A7}"/>
              </a:ext>
            </a:extLst>
          </p:cNvPr>
          <p:cNvSpPr/>
          <p:nvPr/>
        </p:nvSpPr>
        <p:spPr>
          <a:xfrm>
            <a:off x="4787684" y="1931362"/>
            <a:ext cx="2702015" cy="4053483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rgbClr val="0070C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Availability Zone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6600D4-E6A7-21E0-C4E7-0AE627C4439E}"/>
              </a:ext>
            </a:extLst>
          </p:cNvPr>
          <p:cNvSpPr/>
          <p:nvPr/>
        </p:nvSpPr>
        <p:spPr>
          <a:xfrm>
            <a:off x="7555987" y="1933891"/>
            <a:ext cx="2302897" cy="4050954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>
                <a:solidFill>
                  <a:srgbClr val="0070C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Availability Zone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7F3819-9D04-C63C-AFC4-38DF3F1B274C}"/>
              </a:ext>
            </a:extLst>
          </p:cNvPr>
          <p:cNvSpPr/>
          <p:nvPr/>
        </p:nvSpPr>
        <p:spPr>
          <a:xfrm>
            <a:off x="7605355" y="3436593"/>
            <a:ext cx="2161817" cy="2454089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rgbClr val="0070C0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Private subnet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D11CFD4-9217-6D87-FDAD-9F988596C4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11940" y="3428861"/>
            <a:ext cx="250913" cy="21896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3C29C74-5C99-8E37-C4FB-C4656A60650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47515" y="2463790"/>
            <a:ext cx="274320" cy="2743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5B8E5B2-AA03-0C53-D491-9C8782C9FD6F}"/>
              </a:ext>
            </a:extLst>
          </p:cNvPr>
          <p:cNvSpPr/>
          <p:nvPr/>
        </p:nvSpPr>
        <p:spPr>
          <a:xfrm>
            <a:off x="4866699" y="3828066"/>
            <a:ext cx="4900473" cy="1412476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17">
            <a:extLst>
              <a:ext uri="{FF2B5EF4-FFF2-40B4-BE49-F238E27FC236}">
                <a16:creationId xmlns:a16="http://schemas.microsoft.com/office/drawing/2014/main" id="{7875A445-3E02-9B74-B90B-71D536B12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176" y="3824473"/>
            <a:ext cx="250913" cy="25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8D2CC0-6A64-30FF-04BC-FDABA79F4663}"/>
              </a:ext>
            </a:extLst>
          </p:cNvPr>
          <p:cNvSpPr/>
          <p:nvPr/>
        </p:nvSpPr>
        <p:spPr>
          <a:xfrm>
            <a:off x="5091343" y="4165504"/>
            <a:ext cx="997573" cy="889002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Fleet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B157F2-F642-26F9-8A9D-2D1C7208E51D}"/>
              </a:ext>
            </a:extLst>
          </p:cNvPr>
          <p:cNvSpPr/>
          <p:nvPr/>
        </p:nvSpPr>
        <p:spPr>
          <a:xfrm>
            <a:off x="7816709" y="4164377"/>
            <a:ext cx="1488203" cy="889002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fleet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F851BE-690D-04E9-8ACA-56F7C6C0D386}"/>
              </a:ext>
            </a:extLst>
          </p:cNvPr>
          <p:cNvSpPr/>
          <p:nvPr/>
        </p:nvSpPr>
        <p:spPr>
          <a:xfrm>
            <a:off x="6203608" y="4170170"/>
            <a:ext cx="1131372" cy="889002"/>
          </a:xfrm>
          <a:prstGeom prst="rect">
            <a:avLst/>
          </a:pr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D222EEE-5A69-0719-97E4-0828EE881F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35548" y="4453544"/>
            <a:ext cx="274320" cy="27432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744AE3F-6F98-AA4D-2B06-8962C5B92E4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99713" y="4461443"/>
            <a:ext cx="274320" cy="27432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2C54A58-BFFA-C9FA-99F1-F774385C08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11486" y="4469823"/>
            <a:ext cx="274320" cy="27432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4EE3FA7-1DFA-ECFA-412D-3B0A7E5EE8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42421" y="4463243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14F015EB-C97B-F14C-6E41-C25E1ACB7FF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08850" y="4461443"/>
            <a:ext cx="274320" cy="27432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62CA612-10DE-8E56-6A5D-DF0B0AA907F2}"/>
              </a:ext>
            </a:extLst>
          </p:cNvPr>
          <p:cNvSpPr txBox="1"/>
          <p:nvPr/>
        </p:nvSpPr>
        <p:spPr>
          <a:xfrm>
            <a:off x="5034303" y="3831318"/>
            <a:ext cx="17648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AppStream 2.0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96B0ED-AF00-7EFC-7EFF-2A20BE870653}"/>
              </a:ext>
            </a:extLst>
          </p:cNvPr>
          <p:cNvCxnSpPr>
            <a:cxnSpLocks/>
          </p:cNvCxnSpPr>
          <p:nvPr/>
        </p:nvCxnSpPr>
        <p:spPr>
          <a:xfrm flipV="1">
            <a:off x="2155442" y="4488769"/>
            <a:ext cx="2711046" cy="1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Graphic 13">
            <a:extLst>
              <a:ext uri="{FF2B5EF4-FFF2-40B4-BE49-F238E27FC236}">
                <a16:creationId xmlns:a16="http://schemas.microsoft.com/office/drawing/2014/main" id="{8F4B6D7C-E33D-90DA-1480-3BF0F2B25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899" y="2463790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DF6C27A-B75B-6C2C-0EC8-E33C8B05B900}"/>
              </a:ext>
            </a:extLst>
          </p:cNvPr>
          <p:cNvSpPr txBox="1"/>
          <p:nvPr/>
        </p:nvSpPr>
        <p:spPr>
          <a:xfrm>
            <a:off x="6137792" y="2714238"/>
            <a:ext cx="12082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NAT gateway</a:t>
            </a:r>
          </a:p>
        </p:txBody>
      </p:sp>
      <p:sp>
        <p:nvSpPr>
          <p:cNvPr id="33" name="NumBox 1">
            <a:extLst>
              <a:ext uri="{FF2B5EF4-FFF2-40B4-BE49-F238E27FC236}">
                <a16:creationId xmlns:a16="http://schemas.microsoft.com/office/drawing/2014/main" id="{0CC119D6-EE4F-7356-7156-2F5ABFBCBB94}"/>
              </a:ext>
            </a:extLst>
          </p:cNvPr>
          <p:cNvSpPr/>
          <p:nvPr/>
        </p:nvSpPr>
        <p:spPr>
          <a:xfrm>
            <a:off x="6281788" y="2289229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sp>
        <p:nvSpPr>
          <p:cNvPr id="34" name="NumBox 1">
            <a:extLst>
              <a:ext uri="{FF2B5EF4-FFF2-40B4-BE49-F238E27FC236}">
                <a16:creationId xmlns:a16="http://schemas.microsoft.com/office/drawing/2014/main" id="{435A827F-DD23-3040-A400-82AE15FB20D5}"/>
              </a:ext>
            </a:extLst>
          </p:cNvPr>
          <p:cNvSpPr/>
          <p:nvPr/>
        </p:nvSpPr>
        <p:spPr>
          <a:xfrm>
            <a:off x="7045256" y="4206673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35" name="NumBox 1">
            <a:extLst>
              <a:ext uri="{FF2B5EF4-FFF2-40B4-BE49-F238E27FC236}">
                <a16:creationId xmlns:a16="http://schemas.microsoft.com/office/drawing/2014/main" id="{363CCF61-68CF-1FA9-9306-38EC3AD34342}"/>
              </a:ext>
            </a:extLst>
          </p:cNvPr>
          <p:cNvSpPr/>
          <p:nvPr/>
        </p:nvSpPr>
        <p:spPr>
          <a:xfrm>
            <a:off x="5776701" y="4209107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36" name="NumBox 1">
            <a:extLst>
              <a:ext uri="{FF2B5EF4-FFF2-40B4-BE49-F238E27FC236}">
                <a16:creationId xmlns:a16="http://schemas.microsoft.com/office/drawing/2014/main" id="{CF36B8DE-4C66-C269-DFFF-6F886CA36A29}"/>
              </a:ext>
            </a:extLst>
          </p:cNvPr>
          <p:cNvSpPr/>
          <p:nvPr/>
        </p:nvSpPr>
        <p:spPr>
          <a:xfrm>
            <a:off x="8773049" y="4190427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37" name="NumBox 1">
            <a:extLst>
              <a:ext uri="{FF2B5EF4-FFF2-40B4-BE49-F238E27FC236}">
                <a16:creationId xmlns:a16="http://schemas.microsoft.com/office/drawing/2014/main" id="{5DBB6645-6285-F03C-2E62-DABFEF622A05}"/>
              </a:ext>
            </a:extLst>
          </p:cNvPr>
          <p:cNvSpPr/>
          <p:nvPr/>
        </p:nvSpPr>
        <p:spPr>
          <a:xfrm>
            <a:off x="5607535" y="5251811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38" name="NumBox 1">
            <a:extLst>
              <a:ext uri="{FF2B5EF4-FFF2-40B4-BE49-F238E27FC236}">
                <a16:creationId xmlns:a16="http://schemas.microsoft.com/office/drawing/2014/main" id="{78F5F03F-0C47-E21F-534D-7E7D04599CB7}"/>
              </a:ext>
            </a:extLst>
          </p:cNvPr>
          <p:cNvSpPr/>
          <p:nvPr/>
        </p:nvSpPr>
        <p:spPr>
          <a:xfrm>
            <a:off x="4018679" y="4688646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39" name="NumBox 1">
            <a:extLst>
              <a:ext uri="{FF2B5EF4-FFF2-40B4-BE49-F238E27FC236}">
                <a16:creationId xmlns:a16="http://schemas.microsoft.com/office/drawing/2014/main" id="{2116B5BF-EE18-5E08-6B8F-F72FC8545F67}"/>
              </a:ext>
            </a:extLst>
          </p:cNvPr>
          <p:cNvSpPr/>
          <p:nvPr/>
        </p:nvSpPr>
        <p:spPr>
          <a:xfrm>
            <a:off x="2542963" y="4168032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CAC1E37D-E517-0E6C-283A-DE3F3F8C08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26197" y="5257328"/>
            <a:ext cx="274320" cy="274320"/>
          </a:xfrm>
          <a:prstGeom prst="rect">
            <a:avLst/>
          </a:prstGeom>
        </p:spPr>
      </p:pic>
      <p:sp>
        <p:nvSpPr>
          <p:cNvPr id="41" name="NumBox 1">
            <a:extLst>
              <a:ext uri="{FF2B5EF4-FFF2-40B4-BE49-F238E27FC236}">
                <a16:creationId xmlns:a16="http://schemas.microsoft.com/office/drawing/2014/main" id="{A85454D2-68CC-12AE-FE89-0D1CC35EF0AC}"/>
              </a:ext>
            </a:extLst>
          </p:cNvPr>
          <p:cNvSpPr/>
          <p:nvPr/>
        </p:nvSpPr>
        <p:spPr>
          <a:xfrm>
            <a:off x="7061010" y="5258025"/>
            <a:ext cx="228600" cy="228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pic>
        <p:nvPicPr>
          <p:cNvPr id="42" name="Graphic 11">
            <a:extLst>
              <a:ext uri="{FF2B5EF4-FFF2-40B4-BE49-F238E27FC236}">
                <a16:creationId xmlns:a16="http://schemas.microsoft.com/office/drawing/2014/main" id="{B570963F-AC66-5DBB-1869-CE27AC8E2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268" y="4312948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Graphic 27">
            <a:extLst>
              <a:ext uri="{FF2B5EF4-FFF2-40B4-BE49-F238E27FC236}">
                <a16:creationId xmlns:a16="http://schemas.microsoft.com/office/drawing/2014/main" id="{E6420029-80B3-20F1-7212-815F40D7C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5152508" y="5338495"/>
            <a:ext cx="3693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424EA40-25F6-4F12-9D8F-0D8B82267CB6}"/>
              </a:ext>
            </a:extLst>
          </p:cNvPr>
          <p:cNvSpPr txBox="1"/>
          <p:nvPr/>
        </p:nvSpPr>
        <p:spPr>
          <a:xfrm>
            <a:off x="4930263" y="5638351"/>
            <a:ext cx="815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File share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C41620-1807-B402-A7FD-49E2545FB269}"/>
              </a:ext>
            </a:extLst>
          </p:cNvPr>
          <p:cNvSpPr/>
          <p:nvPr/>
        </p:nvSpPr>
        <p:spPr>
          <a:xfrm>
            <a:off x="4202538" y="3179120"/>
            <a:ext cx="320040" cy="622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5884891F-F71D-F745-1C63-AD76E7A3C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500" y="3507591"/>
            <a:ext cx="8933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Internet gateway</a:t>
            </a:r>
          </a:p>
        </p:txBody>
      </p:sp>
      <p:pic>
        <p:nvPicPr>
          <p:cNvPr id="47" name="Graphic 19">
            <a:extLst>
              <a:ext uri="{FF2B5EF4-FFF2-40B4-BE49-F238E27FC236}">
                <a16:creationId xmlns:a16="http://schemas.microsoft.com/office/drawing/2014/main" id="{DC037537-A439-B4C1-8E38-202CCEF9A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76" y="3254692"/>
            <a:ext cx="32004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D84F12A-76DB-444F-8863-524DFC62371C}"/>
              </a:ext>
            </a:extLst>
          </p:cNvPr>
          <p:cNvSpPr txBox="1"/>
          <p:nvPr/>
        </p:nvSpPr>
        <p:spPr>
          <a:xfrm>
            <a:off x="4917659" y="2670750"/>
            <a:ext cx="13727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Elastic Compute Cloud (Amazon EC2) </a:t>
            </a:r>
          </a:p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instance</a:t>
            </a:r>
          </a:p>
          <a:p>
            <a:pPr algn="ctr"/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bastion host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4BAA68-B297-AD5E-3F1B-840384D96D27}"/>
              </a:ext>
            </a:extLst>
          </p:cNvPr>
          <p:cNvSpPr txBox="1"/>
          <p:nvPr/>
        </p:nvSpPr>
        <p:spPr>
          <a:xfrm>
            <a:off x="5226497" y="4715734"/>
            <a:ext cx="669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EC2 instances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896A15-D30C-99BA-9A64-2EA051BE73B3}"/>
              </a:ext>
            </a:extLst>
          </p:cNvPr>
          <p:cNvSpPr txBox="1"/>
          <p:nvPr/>
        </p:nvSpPr>
        <p:spPr>
          <a:xfrm>
            <a:off x="8110837" y="4760817"/>
            <a:ext cx="960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EC2 instances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D735D-AD4B-5938-453E-D545955B5A35}"/>
              </a:ext>
            </a:extLst>
          </p:cNvPr>
          <p:cNvSpPr txBox="1"/>
          <p:nvPr/>
        </p:nvSpPr>
        <p:spPr>
          <a:xfrm>
            <a:off x="6131667" y="5492291"/>
            <a:ext cx="10486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EC2 instance </a:t>
            </a:r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Creo License Manager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EBB1C0-754E-0CB5-D76C-602BE06E70ED}"/>
              </a:ext>
            </a:extLst>
          </p:cNvPr>
          <p:cNvSpPr txBox="1"/>
          <p:nvPr/>
        </p:nvSpPr>
        <p:spPr>
          <a:xfrm>
            <a:off x="6310190" y="4606983"/>
            <a:ext cx="9015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EC2 Image Builder </a:t>
            </a:r>
            <a:r>
              <a:rPr lang="en-US" sz="8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AMI</a:t>
            </a:r>
          </a:p>
        </p:txBody>
      </p:sp>
    </p:spTree>
    <p:extLst>
      <p:ext uri="{BB962C8B-B14F-4D97-AF65-F5344CB8AC3E}">
        <p14:creationId xmlns:p14="http://schemas.microsoft.com/office/powerpoint/2010/main" val="64437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9575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58603</TotalTime>
  <Words>313</Words>
  <Application>Microsoft Macintosh PowerPoint</Application>
  <PresentationFormat>Widescreen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PTC Creo on Amazon AppStream 2.0 – EC2-based File Share for Users  </dc:title>
  <dc:subject/>
  <dc:creator>Amazon Web Services</dc:creator>
  <cp:keywords/>
  <dc:description/>
  <cp:lastModifiedBy>Janelle Nolan</cp:lastModifiedBy>
  <cp:revision>98</cp:revision>
  <dcterms:created xsi:type="dcterms:W3CDTF">2020-07-21T19:38:25Z</dcterms:created>
  <dcterms:modified xsi:type="dcterms:W3CDTF">2022-12-09T16:28:03Z</dcterms:modified>
  <cp:category/>
</cp:coreProperties>
</file>