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76"/>
    <p:restoredTop sz="94721"/>
  </p:normalViewPr>
  <p:slideViewPr>
    <p:cSldViewPr snapToGrid="0" snapToObjects="1">
      <p:cViewPr varScale="1">
        <p:scale>
          <a:sx n="84" d="100"/>
          <a:sy n="84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sv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hyperlink" Target="https://docs.aws.amazon.com/architecture-diagrams/latest/fleet-management-for-connected-farm/fleet-management-for-connected-farm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8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95668" y="134489"/>
            <a:ext cx="627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Fleet </a:t>
            </a:r>
            <a:r>
              <a:rPr lang="en-US" sz="2000" b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Management Solution </a:t>
            </a:r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for Connected Farm</a:t>
            </a:r>
            <a:endParaRPr lang="en-US" sz="2000" b="1" dirty="0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2022, 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2BFD476-ACCD-5C5A-F717-88C3361C0275}"/>
              </a:ext>
            </a:extLst>
          </p:cNvPr>
          <p:cNvSpPr/>
          <p:nvPr/>
        </p:nvSpPr>
        <p:spPr>
          <a:xfrm>
            <a:off x="4755234" y="1091248"/>
            <a:ext cx="4810755" cy="50295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87" name="Graphic 186">
            <a:extLst>
              <a:ext uri="{FF2B5EF4-FFF2-40B4-BE49-F238E27FC236}">
                <a16:creationId xmlns:a16="http://schemas.microsoft.com/office/drawing/2014/main" id="{B19D6B87-F7B7-DA67-840B-BA118E337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55234" y="1091579"/>
            <a:ext cx="381000" cy="381000"/>
          </a:xfrm>
          <a:prstGeom prst="rect">
            <a:avLst/>
          </a:prstGeom>
        </p:spPr>
      </p:pic>
      <p:pic>
        <p:nvPicPr>
          <p:cNvPr id="188" name="Graphic 6">
            <a:extLst>
              <a:ext uri="{FF2B5EF4-FFF2-40B4-BE49-F238E27FC236}">
                <a16:creationId xmlns:a16="http://schemas.microsoft.com/office/drawing/2014/main" id="{5D0E3D56-380C-2EC7-3963-A1D57A653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02" y="42157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" name="TextBox 9">
            <a:extLst>
              <a:ext uri="{FF2B5EF4-FFF2-40B4-BE49-F238E27FC236}">
                <a16:creationId xmlns:a16="http://schemas.microsoft.com/office/drawing/2014/main" id="{4117384C-0C5A-51A5-E96A-0CAFB4161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1434" y="4580126"/>
            <a:ext cx="84963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IoT Core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EDA73F5D-9543-3DEC-F11D-29FFEDC67A56}"/>
              </a:ext>
            </a:extLst>
          </p:cNvPr>
          <p:cNvGrpSpPr/>
          <p:nvPr/>
        </p:nvGrpSpPr>
        <p:grpSpPr>
          <a:xfrm>
            <a:off x="5181527" y="4677097"/>
            <a:ext cx="1173907" cy="728871"/>
            <a:chOff x="4591914" y="3130764"/>
            <a:chExt cx="1173907" cy="729464"/>
          </a:xfrm>
        </p:grpSpPr>
        <p:pic>
          <p:nvPicPr>
            <p:cNvPr id="191" name="Graphic 8">
              <a:extLst>
                <a:ext uri="{FF2B5EF4-FFF2-40B4-BE49-F238E27FC236}">
                  <a16:creationId xmlns:a16="http://schemas.microsoft.com/office/drawing/2014/main" id="{79172899-47BB-7F61-247C-2167BD334D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2216" y="3130764"/>
              <a:ext cx="274544" cy="274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2" name="TextBox 11">
              <a:extLst>
                <a:ext uri="{FF2B5EF4-FFF2-40B4-BE49-F238E27FC236}">
                  <a16:creationId xmlns:a16="http://schemas.microsoft.com/office/drawing/2014/main" id="{ED51935A-AB9B-0B57-ADFA-11A55EE26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1914" y="3398187"/>
              <a:ext cx="1173907" cy="462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IoT </a:t>
              </a:r>
              <a:b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Device</a:t>
              </a:r>
              <a:b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Defender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D4B9CB6-A4AC-2215-0348-FAFA84BD5CDA}"/>
              </a:ext>
            </a:extLst>
          </p:cNvPr>
          <p:cNvGrpSpPr/>
          <p:nvPr/>
        </p:nvGrpSpPr>
        <p:grpSpPr>
          <a:xfrm>
            <a:off x="5292498" y="3737267"/>
            <a:ext cx="958960" cy="623148"/>
            <a:chOff x="3945212" y="3130764"/>
            <a:chExt cx="958960" cy="623148"/>
          </a:xfrm>
        </p:grpSpPr>
        <p:pic>
          <p:nvPicPr>
            <p:cNvPr id="194" name="Graphic 18">
              <a:extLst>
                <a:ext uri="{FF2B5EF4-FFF2-40B4-BE49-F238E27FC236}">
                  <a16:creationId xmlns:a16="http://schemas.microsoft.com/office/drawing/2014/main" id="{24755BD0-19B3-962E-7A90-83DE4959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5795" y="3130764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" name="TextBox 12">
              <a:extLst>
                <a:ext uri="{FF2B5EF4-FFF2-40B4-BE49-F238E27FC236}">
                  <a16:creationId xmlns:a16="http://schemas.microsoft.com/office/drawing/2014/main" id="{27CA731B-D1E1-553B-A3A8-A24E5DB7A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5212" y="3415358"/>
              <a:ext cx="9589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IoT Device </a:t>
              </a:r>
              <a:b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Management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0391D03-E1C4-2D08-EBBD-EC816B19F004}"/>
              </a:ext>
            </a:extLst>
          </p:cNvPr>
          <p:cNvGrpSpPr/>
          <p:nvPr/>
        </p:nvGrpSpPr>
        <p:grpSpPr>
          <a:xfrm>
            <a:off x="4730132" y="5137400"/>
            <a:ext cx="969628" cy="907179"/>
            <a:chOff x="3621366" y="5257284"/>
            <a:chExt cx="969628" cy="907179"/>
          </a:xfrm>
        </p:grpSpPr>
        <p:pic>
          <p:nvPicPr>
            <p:cNvPr id="197" name="Graphic 10">
              <a:extLst>
                <a:ext uri="{FF2B5EF4-FFF2-40B4-BE49-F238E27FC236}">
                  <a16:creationId xmlns:a16="http://schemas.microsoft.com/office/drawing/2014/main" id="{0BEAF90A-1321-9DD8-9CE6-9352B7B4E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7966" y="5588036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8" name="TextBox 20">
              <a:extLst>
                <a:ext uri="{FF2B5EF4-FFF2-40B4-BE49-F238E27FC236}">
                  <a16:creationId xmlns:a16="http://schemas.microsoft.com/office/drawing/2014/main" id="{6BEFC30C-3403-8443-81A8-D73195253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1366" y="5949019"/>
              <a:ext cx="95896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Lambda</a:t>
              </a:r>
            </a:p>
          </p:txBody>
        </p:sp>
        <p:sp>
          <p:nvSpPr>
            <p:cNvPr id="199" name="TextBox 12">
              <a:extLst>
                <a:ext uri="{FF2B5EF4-FFF2-40B4-BE49-F238E27FC236}">
                  <a16:creationId xmlns:a16="http://schemas.microsoft.com/office/drawing/2014/main" id="{AED980E0-B04C-E471-B623-40E0130D2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2034" y="5257284"/>
              <a:ext cx="9589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solidFill>
                    <a:schemeClr val="tx2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just-in-time</a:t>
              </a:r>
              <a:r>
                <a:rPr lang="en-US" altLang="en-US" sz="800" dirty="0">
                  <a:solidFill>
                    <a:schemeClr val="tx2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 registration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E67391E-2389-E398-2FEA-88F0B22D31B3}"/>
              </a:ext>
            </a:extLst>
          </p:cNvPr>
          <p:cNvGrpSpPr/>
          <p:nvPr/>
        </p:nvGrpSpPr>
        <p:grpSpPr>
          <a:xfrm>
            <a:off x="7166365" y="2310779"/>
            <a:ext cx="1165898" cy="576042"/>
            <a:chOff x="5129936" y="1646702"/>
            <a:chExt cx="1165898" cy="576042"/>
          </a:xfrm>
        </p:grpSpPr>
        <p:pic>
          <p:nvPicPr>
            <p:cNvPr id="201" name="Graphic 21">
              <a:extLst>
                <a:ext uri="{FF2B5EF4-FFF2-40B4-BE49-F238E27FC236}">
                  <a16:creationId xmlns:a16="http://schemas.microsoft.com/office/drawing/2014/main" id="{07FCF99B-F053-5AFC-02ED-E8F98CA5E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5878" y="1646702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2" name="TextBox 12">
              <a:extLst>
                <a:ext uri="{FF2B5EF4-FFF2-40B4-BE49-F238E27FC236}">
                  <a16:creationId xmlns:a16="http://schemas.microsoft.com/office/drawing/2014/main" id="{6ADA8669-CA4A-69A4-7FDE-742663430C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9936" y="2007300"/>
              <a:ext cx="116589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IoT Analytics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DC48100-4542-2E4D-FD11-648B9AD2FDC1}"/>
              </a:ext>
            </a:extLst>
          </p:cNvPr>
          <p:cNvGrpSpPr/>
          <p:nvPr/>
        </p:nvGrpSpPr>
        <p:grpSpPr>
          <a:xfrm>
            <a:off x="8027083" y="1474452"/>
            <a:ext cx="678094" cy="576969"/>
            <a:chOff x="6391158" y="2076875"/>
            <a:chExt cx="678094" cy="576969"/>
          </a:xfrm>
        </p:grpSpPr>
        <p:sp>
          <p:nvSpPr>
            <p:cNvPr id="204" name="TextBox 19">
              <a:extLst>
                <a:ext uri="{FF2B5EF4-FFF2-40B4-BE49-F238E27FC236}">
                  <a16:creationId xmlns:a16="http://schemas.microsoft.com/office/drawing/2014/main" id="{F213C4EC-2971-7BB9-D862-052EB06F7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1158" y="2438400"/>
              <a:ext cx="67809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Notebook</a:t>
              </a:r>
            </a:p>
          </p:txBody>
        </p:sp>
        <p:pic>
          <p:nvPicPr>
            <p:cNvPr id="205" name="Graphic 26">
              <a:extLst>
                <a:ext uri="{FF2B5EF4-FFF2-40B4-BE49-F238E27FC236}">
                  <a16:creationId xmlns:a16="http://schemas.microsoft.com/office/drawing/2014/main" id="{317E151F-6C79-C81D-C0C9-89D7761A3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8458" y="2076875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7AFCD7EB-75D2-71CB-89AB-9510667CFCD2}"/>
              </a:ext>
            </a:extLst>
          </p:cNvPr>
          <p:cNvGrpSpPr/>
          <p:nvPr/>
        </p:nvGrpSpPr>
        <p:grpSpPr>
          <a:xfrm>
            <a:off x="8503156" y="1473665"/>
            <a:ext cx="866446" cy="717163"/>
            <a:chOff x="6524833" y="2336934"/>
            <a:chExt cx="866446" cy="717163"/>
          </a:xfrm>
        </p:grpSpPr>
        <p:pic>
          <p:nvPicPr>
            <p:cNvPr id="207" name="Graphic 7">
              <a:extLst>
                <a:ext uri="{FF2B5EF4-FFF2-40B4-BE49-F238E27FC236}">
                  <a16:creationId xmlns:a16="http://schemas.microsoft.com/office/drawing/2014/main" id="{01382B92-73D5-8C78-FC57-8623BBC44D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1835" y="2336934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TextBox 10">
              <a:extLst>
                <a:ext uri="{FF2B5EF4-FFF2-40B4-BE49-F238E27FC236}">
                  <a16:creationId xmlns:a16="http://schemas.microsoft.com/office/drawing/2014/main" id="{FA8619E4-B1A7-4419-388C-0523DAFA2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4833" y="2715543"/>
              <a:ext cx="8664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Amazon QuickSight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353B7E7-ACF4-49DD-FD2A-8EDA406DC1E1}"/>
              </a:ext>
            </a:extLst>
          </p:cNvPr>
          <p:cNvGrpSpPr/>
          <p:nvPr/>
        </p:nvGrpSpPr>
        <p:grpSpPr>
          <a:xfrm>
            <a:off x="7260637" y="1283049"/>
            <a:ext cx="958960" cy="753312"/>
            <a:chOff x="5628929" y="4078504"/>
            <a:chExt cx="958960" cy="753312"/>
          </a:xfrm>
        </p:grpSpPr>
        <p:sp>
          <p:nvSpPr>
            <p:cNvPr id="210" name="TextBox 20">
              <a:extLst>
                <a:ext uri="{FF2B5EF4-FFF2-40B4-BE49-F238E27FC236}">
                  <a16:creationId xmlns:a16="http://schemas.microsoft.com/office/drawing/2014/main" id="{4883F11F-483E-DE1E-1B2C-9A600EE6A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8929" y="4616372"/>
              <a:ext cx="95896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Lambda</a:t>
              </a:r>
            </a:p>
          </p:txBody>
        </p:sp>
        <p:pic>
          <p:nvPicPr>
            <p:cNvPr id="211" name="Graphic 10">
              <a:extLst>
                <a:ext uri="{FF2B5EF4-FFF2-40B4-BE49-F238E27FC236}">
                  <a16:creationId xmlns:a16="http://schemas.microsoft.com/office/drawing/2014/main" id="{E4D03EFC-3BD5-E1CC-035C-5B561F5ECE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0712" y="4296430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TextBox 12">
              <a:extLst>
                <a:ext uri="{FF2B5EF4-FFF2-40B4-BE49-F238E27FC236}">
                  <a16:creationId xmlns:a16="http://schemas.microsoft.com/office/drawing/2014/main" id="{49B1AE2B-F119-D46D-7FFB-D2981F283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0341" y="4078504"/>
              <a:ext cx="95613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solidFill>
                    <a:schemeClr val="tx2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Transformation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0BC733F-67FE-0CA7-FBAD-861FCEFCAF3A}"/>
              </a:ext>
            </a:extLst>
          </p:cNvPr>
          <p:cNvGrpSpPr/>
          <p:nvPr/>
        </p:nvGrpSpPr>
        <p:grpSpPr>
          <a:xfrm>
            <a:off x="6525978" y="1701179"/>
            <a:ext cx="1048656" cy="681790"/>
            <a:chOff x="5352144" y="2398108"/>
            <a:chExt cx="1048656" cy="681790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3BF44FC4-BB08-E330-EC23-D98041E8BEE0}"/>
                </a:ext>
              </a:extLst>
            </p:cNvPr>
            <p:cNvGrpSpPr/>
            <p:nvPr/>
          </p:nvGrpSpPr>
          <p:grpSpPr>
            <a:xfrm>
              <a:off x="5352144" y="2398108"/>
              <a:ext cx="817001" cy="681790"/>
              <a:chOff x="6051963" y="2712720"/>
              <a:chExt cx="817001" cy="681790"/>
            </a:xfrm>
          </p:grpSpPr>
          <p:pic>
            <p:nvPicPr>
              <p:cNvPr id="217" name="Graphic 22">
                <a:extLst>
                  <a:ext uri="{FF2B5EF4-FFF2-40B4-BE49-F238E27FC236}">
                    <a16:creationId xmlns:a16="http://schemas.microsoft.com/office/drawing/2014/main" id="{4106327A-2F18-F808-02C1-B2FECA1E44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77584" y="271272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TextBox 15">
                <a:extLst>
                  <a:ext uri="{FF2B5EF4-FFF2-40B4-BE49-F238E27FC236}">
                    <a16:creationId xmlns:a16="http://schemas.microsoft.com/office/drawing/2014/main" id="{2516AD94-02D5-933A-C59B-42B77E96EA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1963" y="3055956"/>
                <a:ext cx="81700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SageMaker</a:t>
                </a:r>
              </a:p>
            </p:txBody>
          </p:sp>
        </p:grpSp>
        <p:sp>
          <p:nvSpPr>
            <p:cNvPr id="215" name="TextBox 21">
              <a:extLst>
                <a:ext uri="{FF2B5EF4-FFF2-40B4-BE49-F238E27FC236}">
                  <a16:creationId xmlns:a16="http://schemas.microsoft.com/office/drawing/2014/main" id="{8BD7978D-A2AE-8787-6B9A-6F59466E2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5213" y="2733112"/>
              <a:ext cx="47558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train</a:t>
              </a:r>
            </a:p>
          </p:txBody>
        </p:sp>
        <p:pic>
          <p:nvPicPr>
            <p:cNvPr id="216" name="Graphic 30">
              <a:extLst>
                <a:ext uri="{FF2B5EF4-FFF2-40B4-BE49-F238E27FC236}">
                  <a16:creationId xmlns:a16="http://schemas.microsoft.com/office/drawing/2014/main" id="{94992911-451F-6B67-D11E-B63947348F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5213" y="2536124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B93E185-B6F2-35AD-74DD-F107FE107E8F}"/>
              </a:ext>
            </a:extLst>
          </p:cNvPr>
          <p:cNvGrpSpPr/>
          <p:nvPr/>
        </p:nvGrpSpPr>
        <p:grpSpPr>
          <a:xfrm>
            <a:off x="5926124" y="1701179"/>
            <a:ext cx="817001" cy="965691"/>
            <a:chOff x="4752290" y="2398108"/>
            <a:chExt cx="817001" cy="965691"/>
          </a:xfrm>
        </p:grpSpPr>
        <p:pic>
          <p:nvPicPr>
            <p:cNvPr id="220" name="Graphic 8">
              <a:extLst>
                <a:ext uri="{FF2B5EF4-FFF2-40B4-BE49-F238E27FC236}">
                  <a16:creationId xmlns:a16="http://schemas.microsoft.com/office/drawing/2014/main" id="{7E90BC9D-49C6-782F-3D03-AFD71FDC99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4611" y="2398108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TextBox 15">
              <a:extLst>
                <a:ext uri="{FF2B5EF4-FFF2-40B4-BE49-F238E27FC236}">
                  <a16:creationId xmlns:a16="http://schemas.microsoft.com/office/drawing/2014/main" id="{DE48B036-EFBB-6FCB-F5B8-90662D3CE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290" y="2779024"/>
              <a:ext cx="81700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Amazon S3</a:t>
              </a:r>
              <a:b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800" i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machine learning (ML) models</a:t>
              </a: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CC05D9A-82B8-C856-F54D-FF65AF1B031D}"/>
              </a:ext>
            </a:extLst>
          </p:cNvPr>
          <p:cNvGrpSpPr/>
          <p:nvPr/>
        </p:nvGrpSpPr>
        <p:grpSpPr>
          <a:xfrm>
            <a:off x="6228734" y="3203425"/>
            <a:ext cx="817001" cy="569196"/>
            <a:chOff x="4680591" y="2398108"/>
            <a:chExt cx="817001" cy="569196"/>
          </a:xfrm>
        </p:grpSpPr>
        <p:pic>
          <p:nvPicPr>
            <p:cNvPr id="223" name="Graphic 8">
              <a:extLst>
                <a:ext uri="{FF2B5EF4-FFF2-40B4-BE49-F238E27FC236}">
                  <a16:creationId xmlns:a16="http://schemas.microsoft.com/office/drawing/2014/main" id="{A381A40D-B6AD-9400-0191-9E2CD618E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4611" y="2398108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TextBox 15">
              <a:extLst>
                <a:ext uri="{FF2B5EF4-FFF2-40B4-BE49-F238E27FC236}">
                  <a16:creationId xmlns:a16="http://schemas.microsoft.com/office/drawing/2014/main" id="{CE5E305C-60D9-E119-801C-717D98839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591" y="2751860"/>
              <a:ext cx="81700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Amazon S3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5510852-C824-46EA-5C2B-BD11F1F3F1C0}"/>
              </a:ext>
            </a:extLst>
          </p:cNvPr>
          <p:cNvGrpSpPr/>
          <p:nvPr/>
        </p:nvGrpSpPr>
        <p:grpSpPr>
          <a:xfrm>
            <a:off x="7032091" y="3203341"/>
            <a:ext cx="958960" cy="581204"/>
            <a:chOff x="5867400" y="3275435"/>
            <a:chExt cx="958960" cy="581204"/>
          </a:xfrm>
        </p:grpSpPr>
        <p:sp>
          <p:nvSpPr>
            <p:cNvPr id="226" name="TextBox 20">
              <a:extLst>
                <a:ext uri="{FF2B5EF4-FFF2-40B4-BE49-F238E27FC236}">
                  <a16:creationId xmlns:a16="http://schemas.microsoft.com/office/drawing/2014/main" id="{12EC0223-5423-6343-929D-0F51469CD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641195"/>
              <a:ext cx="95896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Lambda</a:t>
              </a:r>
            </a:p>
          </p:txBody>
        </p:sp>
        <p:pic>
          <p:nvPicPr>
            <p:cNvPr id="227" name="Graphic 10">
              <a:extLst>
                <a:ext uri="{FF2B5EF4-FFF2-40B4-BE49-F238E27FC236}">
                  <a16:creationId xmlns:a16="http://schemas.microsoft.com/office/drawing/2014/main" id="{59FBD253-65CA-B2B6-8DE0-38E0068C18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664" y="3275435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8C94A8E-AB50-A9CF-4319-D2C96B90552A}"/>
              </a:ext>
            </a:extLst>
          </p:cNvPr>
          <p:cNvGrpSpPr/>
          <p:nvPr/>
        </p:nvGrpSpPr>
        <p:grpSpPr>
          <a:xfrm>
            <a:off x="7745178" y="3202397"/>
            <a:ext cx="1048656" cy="681790"/>
            <a:chOff x="5352144" y="2398108"/>
            <a:chExt cx="1048656" cy="681790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348FC3F-9463-6438-9FCC-20B2D6BEFD46}"/>
                </a:ext>
              </a:extLst>
            </p:cNvPr>
            <p:cNvGrpSpPr/>
            <p:nvPr/>
          </p:nvGrpSpPr>
          <p:grpSpPr>
            <a:xfrm>
              <a:off x="5352144" y="2398108"/>
              <a:ext cx="817001" cy="681790"/>
              <a:chOff x="6051963" y="2712720"/>
              <a:chExt cx="817001" cy="681790"/>
            </a:xfrm>
          </p:grpSpPr>
          <p:pic>
            <p:nvPicPr>
              <p:cNvPr id="232" name="Graphic 22">
                <a:extLst>
                  <a:ext uri="{FF2B5EF4-FFF2-40B4-BE49-F238E27FC236}">
                    <a16:creationId xmlns:a16="http://schemas.microsoft.com/office/drawing/2014/main" id="{07DB624C-BAF3-EDE9-9618-724C07377D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77584" y="2712720"/>
                <a:ext cx="365760" cy="3657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3" name="TextBox 15">
                <a:extLst>
                  <a:ext uri="{FF2B5EF4-FFF2-40B4-BE49-F238E27FC236}">
                    <a16:creationId xmlns:a16="http://schemas.microsoft.com/office/drawing/2014/main" id="{3F02F1DD-6DDB-3B6A-34E6-11F10630A6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1963" y="3055956"/>
                <a:ext cx="81700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SageMaker</a:t>
                </a:r>
              </a:p>
            </p:txBody>
          </p:sp>
        </p:grpSp>
        <p:sp>
          <p:nvSpPr>
            <p:cNvPr id="230" name="TextBox 21">
              <a:extLst>
                <a:ext uri="{FF2B5EF4-FFF2-40B4-BE49-F238E27FC236}">
                  <a16:creationId xmlns:a16="http://schemas.microsoft.com/office/drawing/2014/main" id="{D4E336C5-3010-59C0-0112-0D1F67F3A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5213" y="2733112"/>
              <a:ext cx="47558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train</a:t>
              </a:r>
            </a:p>
          </p:txBody>
        </p:sp>
        <p:pic>
          <p:nvPicPr>
            <p:cNvPr id="231" name="Graphic 30">
              <a:extLst>
                <a:ext uri="{FF2B5EF4-FFF2-40B4-BE49-F238E27FC236}">
                  <a16:creationId xmlns:a16="http://schemas.microsoft.com/office/drawing/2014/main" id="{DAAD4FDD-8B74-D227-4F1F-BE68C11BB5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5213" y="2536124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66C9332-B096-5523-858E-5B7A027D952E}"/>
              </a:ext>
            </a:extLst>
          </p:cNvPr>
          <p:cNvGrpSpPr/>
          <p:nvPr/>
        </p:nvGrpSpPr>
        <p:grpSpPr>
          <a:xfrm>
            <a:off x="6364431" y="3798517"/>
            <a:ext cx="602405" cy="725223"/>
            <a:chOff x="5723754" y="4195231"/>
            <a:chExt cx="602405" cy="725223"/>
          </a:xfrm>
        </p:grpSpPr>
        <p:pic>
          <p:nvPicPr>
            <p:cNvPr id="235" name="Graphic 22">
              <a:extLst>
                <a:ext uri="{FF2B5EF4-FFF2-40B4-BE49-F238E27FC236}">
                  <a16:creationId xmlns:a16="http://schemas.microsoft.com/office/drawing/2014/main" id="{035F97CC-AC8C-56D4-BA43-37D850671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803" y="4195231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" name="TextBox 15">
              <a:extLst>
                <a:ext uri="{FF2B5EF4-FFF2-40B4-BE49-F238E27FC236}">
                  <a16:creationId xmlns:a16="http://schemas.microsoft.com/office/drawing/2014/main" id="{7DD0119C-C0D8-6153-91C5-A602EA9D2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3754" y="4581900"/>
              <a:ext cx="6024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IoT </a:t>
              </a:r>
            </a:p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Events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C451691-A78D-2520-BCDD-640C9937C7DC}"/>
              </a:ext>
            </a:extLst>
          </p:cNvPr>
          <p:cNvGrpSpPr/>
          <p:nvPr/>
        </p:nvGrpSpPr>
        <p:grpSpPr>
          <a:xfrm>
            <a:off x="6178606" y="4650423"/>
            <a:ext cx="958960" cy="592477"/>
            <a:chOff x="5793929" y="3275435"/>
            <a:chExt cx="958960" cy="592477"/>
          </a:xfrm>
        </p:grpSpPr>
        <p:sp>
          <p:nvSpPr>
            <p:cNvPr id="238" name="TextBox 20">
              <a:extLst>
                <a:ext uri="{FF2B5EF4-FFF2-40B4-BE49-F238E27FC236}">
                  <a16:creationId xmlns:a16="http://schemas.microsoft.com/office/drawing/2014/main" id="{52BC61B1-9658-3594-C81D-BB81E669B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3929" y="3652468"/>
              <a:ext cx="95896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Lambda</a:t>
              </a:r>
            </a:p>
          </p:txBody>
        </p:sp>
        <p:pic>
          <p:nvPicPr>
            <p:cNvPr id="239" name="Graphic 10">
              <a:extLst>
                <a:ext uri="{FF2B5EF4-FFF2-40B4-BE49-F238E27FC236}">
                  <a16:creationId xmlns:a16="http://schemas.microsoft.com/office/drawing/2014/main" id="{6F325062-EDAA-F313-C381-6F137CED43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664" y="3275435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40" name="Graphic 239">
            <a:extLst>
              <a:ext uri="{FF2B5EF4-FFF2-40B4-BE49-F238E27FC236}">
                <a16:creationId xmlns:a16="http://schemas.microsoft.com/office/drawing/2014/main" id="{263A7760-3380-BB37-3EB5-D332A5FBA7D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76576" y="4657112"/>
            <a:ext cx="365760" cy="365760"/>
          </a:xfrm>
          <a:prstGeom prst="rect">
            <a:avLst/>
          </a:prstGeom>
        </p:spPr>
      </p:pic>
      <p:sp>
        <p:nvSpPr>
          <p:cNvPr id="241" name="TextBox 11">
            <a:extLst>
              <a:ext uri="{FF2B5EF4-FFF2-40B4-BE49-F238E27FC236}">
                <a16:creationId xmlns:a16="http://schemas.microsoft.com/office/drawing/2014/main" id="{CBBA709A-6CF2-3B8B-5FBC-02850A83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111" y="5011641"/>
            <a:ext cx="10057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Location</a:t>
            </a:r>
          </a:p>
        </p:txBody>
      </p:sp>
      <p:pic>
        <p:nvPicPr>
          <p:cNvPr id="242" name="Graphic 19">
            <a:extLst>
              <a:ext uri="{FF2B5EF4-FFF2-40B4-BE49-F238E27FC236}">
                <a16:creationId xmlns:a16="http://schemas.microsoft.com/office/drawing/2014/main" id="{D5C88C76-3EE2-70AC-5D6F-7E4F555A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401" y="4657112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" name="TextBox 11">
            <a:extLst>
              <a:ext uri="{FF2B5EF4-FFF2-40B4-BE49-F238E27FC236}">
                <a16:creationId xmlns:a16="http://schemas.microsoft.com/office/drawing/2014/main" id="{0DE54E1A-06C8-E499-6E06-9F53356BC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430" y="5020225"/>
            <a:ext cx="10277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EventBridge</a:t>
            </a: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98479625-518E-99B6-21A5-7F4BA020D1CB}"/>
              </a:ext>
            </a:extLst>
          </p:cNvPr>
          <p:cNvGrpSpPr/>
          <p:nvPr/>
        </p:nvGrpSpPr>
        <p:grpSpPr>
          <a:xfrm>
            <a:off x="7062217" y="5344926"/>
            <a:ext cx="958960" cy="581204"/>
            <a:chOff x="5867400" y="3275435"/>
            <a:chExt cx="958960" cy="581204"/>
          </a:xfrm>
        </p:grpSpPr>
        <p:sp>
          <p:nvSpPr>
            <p:cNvPr id="245" name="TextBox 20">
              <a:extLst>
                <a:ext uri="{FF2B5EF4-FFF2-40B4-BE49-F238E27FC236}">
                  <a16:creationId xmlns:a16="http://schemas.microsoft.com/office/drawing/2014/main" id="{D4F21660-F076-FA90-3194-9CE185456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3641195"/>
              <a:ext cx="95896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Lambda</a:t>
              </a:r>
            </a:p>
          </p:txBody>
        </p:sp>
        <p:pic>
          <p:nvPicPr>
            <p:cNvPr id="246" name="Graphic 10">
              <a:extLst>
                <a:ext uri="{FF2B5EF4-FFF2-40B4-BE49-F238E27FC236}">
                  <a16:creationId xmlns:a16="http://schemas.microsoft.com/office/drawing/2014/main" id="{2B9C8D49-5E91-55C1-0A8C-AB0E86AAD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664" y="3275435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2A1A72CF-8D64-AADE-B45E-CD96A8E3A094}"/>
              </a:ext>
            </a:extLst>
          </p:cNvPr>
          <p:cNvGrpSpPr/>
          <p:nvPr/>
        </p:nvGrpSpPr>
        <p:grpSpPr>
          <a:xfrm>
            <a:off x="6309360" y="5347383"/>
            <a:ext cx="949507" cy="591068"/>
            <a:chOff x="5555929" y="4195231"/>
            <a:chExt cx="949507" cy="591068"/>
          </a:xfrm>
        </p:grpSpPr>
        <p:pic>
          <p:nvPicPr>
            <p:cNvPr id="248" name="Graphic 22">
              <a:extLst>
                <a:ext uri="{FF2B5EF4-FFF2-40B4-BE49-F238E27FC236}">
                  <a16:creationId xmlns:a16="http://schemas.microsoft.com/office/drawing/2014/main" id="{D76D02AE-3E1F-9F8C-9ED5-FF0A2A5BC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803" y="4195231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" name="TextBox 15">
              <a:extLst>
                <a:ext uri="{FF2B5EF4-FFF2-40B4-BE49-F238E27FC236}">
                  <a16:creationId xmlns:a16="http://schemas.microsoft.com/office/drawing/2014/main" id="{2F8EBE59-32F2-BC51-D862-F269D5448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29" y="4570855"/>
              <a:ext cx="94950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AWS IoT Events</a:t>
              </a:r>
            </a:p>
          </p:txBody>
        </p:sp>
      </p:grpSp>
      <p:pic>
        <p:nvPicPr>
          <p:cNvPr id="250" name="Graphic 7">
            <a:extLst>
              <a:ext uri="{FF2B5EF4-FFF2-40B4-BE49-F238E27FC236}">
                <a16:creationId xmlns:a16="http://schemas.microsoft.com/office/drawing/2014/main" id="{103226FB-3CBA-A660-2DD9-4231CBB26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30" y="421577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1" name="TextBox 9">
            <a:extLst>
              <a:ext uri="{FF2B5EF4-FFF2-40B4-BE49-F238E27FC236}">
                <a16:creationId xmlns:a16="http://schemas.microsoft.com/office/drawing/2014/main" id="{3BC886BF-06AF-8261-B4AE-26DFF903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668" y="4639225"/>
            <a:ext cx="849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IoT Greengrass</a:t>
            </a: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92CB756-65A9-6D73-613C-FF88154E8168}"/>
              </a:ext>
            </a:extLst>
          </p:cNvPr>
          <p:cNvGrpSpPr/>
          <p:nvPr/>
        </p:nvGrpSpPr>
        <p:grpSpPr>
          <a:xfrm>
            <a:off x="8675847" y="3838255"/>
            <a:ext cx="910113" cy="600156"/>
            <a:chOff x="7587499" y="4005299"/>
            <a:chExt cx="910113" cy="600156"/>
          </a:xfrm>
        </p:grpSpPr>
        <p:pic>
          <p:nvPicPr>
            <p:cNvPr id="253" name="Graphic 24">
              <a:extLst>
                <a:ext uri="{FF2B5EF4-FFF2-40B4-BE49-F238E27FC236}">
                  <a16:creationId xmlns:a16="http://schemas.microsoft.com/office/drawing/2014/main" id="{DA0F2851-81D8-9503-C0A6-993CC175F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4874" y="4005299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TextBox 9">
              <a:extLst>
                <a:ext uri="{FF2B5EF4-FFF2-40B4-BE49-F238E27FC236}">
                  <a16:creationId xmlns:a16="http://schemas.microsoft.com/office/drawing/2014/main" id="{049BDE36-F127-8D2C-77CC-500E1DC0D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7499" y="4390011"/>
              <a:ext cx="91011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Amazon SNS</a:t>
              </a: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C5AC8C4-4351-9BC9-C744-24EC4E93F76D}"/>
              </a:ext>
            </a:extLst>
          </p:cNvPr>
          <p:cNvGrpSpPr/>
          <p:nvPr/>
        </p:nvGrpSpPr>
        <p:grpSpPr>
          <a:xfrm>
            <a:off x="3683377" y="3431884"/>
            <a:ext cx="637276" cy="564984"/>
            <a:chOff x="2486133" y="3810000"/>
            <a:chExt cx="637276" cy="564984"/>
          </a:xfrm>
        </p:grpSpPr>
        <p:sp>
          <p:nvSpPr>
            <p:cNvPr id="256" name="TextBox 25">
              <a:extLst>
                <a:ext uri="{FF2B5EF4-FFF2-40B4-BE49-F238E27FC236}">
                  <a16:creationId xmlns:a16="http://schemas.microsoft.com/office/drawing/2014/main" id="{15829210-C627-C406-F852-5AB79CAA9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133" y="4036430"/>
              <a:ext cx="6372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stream </a:t>
              </a:r>
            </a:p>
            <a:p>
              <a:pPr algn="ctr" eaLnBrk="1" hangingPunct="1"/>
              <a:r>
                <a:rPr 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manager</a:t>
              </a:r>
              <a:endPara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257" name="Graphic 12">
              <a:extLst>
                <a:ext uri="{FF2B5EF4-FFF2-40B4-BE49-F238E27FC236}">
                  <a16:creationId xmlns:a16="http://schemas.microsoft.com/office/drawing/2014/main" id="{E40B9558-EFD3-D0CF-DEC8-B723E8B87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 bwMode="auto">
            <a:xfrm>
              <a:off x="2661686" y="3810000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BE04D05-F22F-D3EC-5AB0-579BE53CFB68}"/>
              </a:ext>
            </a:extLst>
          </p:cNvPr>
          <p:cNvGrpSpPr/>
          <p:nvPr/>
        </p:nvGrpSpPr>
        <p:grpSpPr>
          <a:xfrm>
            <a:off x="1970399" y="3867973"/>
            <a:ext cx="741037" cy="576406"/>
            <a:chOff x="738107" y="3690794"/>
            <a:chExt cx="741037" cy="576406"/>
          </a:xfrm>
        </p:grpSpPr>
        <p:sp>
          <p:nvSpPr>
            <p:cNvPr id="259" name="TextBox 15">
              <a:extLst>
                <a:ext uri="{FF2B5EF4-FFF2-40B4-BE49-F238E27FC236}">
                  <a16:creationId xmlns:a16="http://schemas.microsoft.com/office/drawing/2014/main" id="{7B87B80A-89BB-81D5-FA60-9387F0799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107" y="4051756"/>
              <a:ext cx="74103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IoT sensors</a:t>
              </a:r>
            </a:p>
          </p:txBody>
        </p:sp>
        <p:pic>
          <p:nvPicPr>
            <p:cNvPr id="260" name="Graphic 53">
              <a:extLst>
                <a:ext uri="{FF2B5EF4-FFF2-40B4-BE49-F238E27FC236}">
                  <a16:creationId xmlns:a16="http://schemas.microsoft.com/office/drawing/2014/main" id="{B503B6AE-FC07-6FC9-F686-71325642C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987" y="3690794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B3EA246-E758-7AE6-ADEF-C118FFB88B33}"/>
              </a:ext>
            </a:extLst>
          </p:cNvPr>
          <p:cNvGrpSpPr/>
          <p:nvPr/>
        </p:nvGrpSpPr>
        <p:grpSpPr>
          <a:xfrm>
            <a:off x="2050188" y="4440322"/>
            <a:ext cx="608082" cy="552667"/>
            <a:chOff x="1779841" y="3200400"/>
            <a:chExt cx="608082" cy="552667"/>
          </a:xfrm>
        </p:grpSpPr>
        <p:sp>
          <p:nvSpPr>
            <p:cNvPr id="262" name="TextBox 6">
              <a:extLst>
                <a:ext uri="{FF2B5EF4-FFF2-40B4-BE49-F238E27FC236}">
                  <a16:creationId xmlns:a16="http://schemas.microsoft.com/office/drawing/2014/main" id="{E05D73BD-79D1-6DD9-A81E-0867D50EB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9841" y="3537623"/>
              <a:ext cx="60808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cameras</a:t>
              </a:r>
            </a:p>
          </p:txBody>
        </p:sp>
        <p:pic>
          <p:nvPicPr>
            <p:cNvPr id="263" name="Graphic 26">
              <a:extLst>
                <a:ext uri="{FF2B5EF4-FFF2-40B4-BE49-F238E27FC236}">
                  <a16:creationId xmlns:a16="http://schemas.microsoft.com/office/drawing/2014/main" id="{739C1794-D225-7E89-D98C-227156043F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3695" y="3200400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9F4A13-7170-C5BE-7701-92B6294BFB53}"/>
              </a:ext>
            </a:extLst>
          </p:cNvPr>
          <p:cNvSpPr/>
          <p:nvPr/>
        </p:nvSpPr>
        <p:spPr>
          <a:xfrm>
            <a:off x="1970399" y="3340413"/>
            <a:ext cx="2323612" cy="21873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80DD24D3-EB48-29CE-C545-B9122C857B0C}"/>
              </a:ext>
            </a:extLst>
          </p:cNvPr>
          <p:cNvCxnSpPr>
            <a:cxnSpLocks/>
          </p:cNvCxnSpPr>
          <p:nvPr/>
        </p:nvCxnSpPr>
        <p:spPr>
          <a:xfrm>
            <a:off x="2506173" y="4167238"/>
            <a:ext cx="371755" cy="243005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3FC0123-7458-9E4B-BBD1-D5CF9B6FD99B}"/>
              </a:ext>
            </a:extLst>
          </p:cNvPr>
          <p:cNvCxnSpPr>
            <a:cxnSpLocks/>
          </p:cNvCxnSpPr>
          <p:nvPr/>
        </p:nvCxnSpPr>
        <p:spPr>
          <a:xfrm flipV="1">
            <a:off x="2511552" y="4487051"/>
            <a:ext cx="355317" cy="178823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5A6C6D40-146A-3BA7-CB72-26B535FB8817}"/>
              </a:ext>
            </a:extLst>
          </p:cNvPr>
          <p:cNvCxnSpPr>
            <a:cxnSpLocks/>
          </p:cNvCxnSpPr>
          <p:nvPr/>
        </p:nvCxnSpPr>
        <p:spPr>
          <a:xfrm>
            <a:off x="3928090" y="4411971"/>
            <a:ext cx="110901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3B32F64B-5296-A1A7-83A8-96AB748876D0}"/>
              </a:ext>
            </a:extLst>
          </p:cNvPr>
          <p:cNvGrpSpPr/>
          <p:nvPr/>
        </p:nvGrpSpPr>
        <p:grpSpPr>
          <a:xfrm>
            <a:off x="3082268" y="3333950"/>
            <a:ext cx="809376" cy="694557"/>
            <a:chOff x="1894842" y="3460406"/>
            <a:chExt cx="809376" cy="694557"/>
          </a:xfrm>
        </p:grpSpPr>
        <p:pic>
          <p:nvPicPr>
            <p:cNvPr id="269" name="Graphic 75">
              <a:extLst>
                <a:ext uri="{FF2B5EF4-FFF2-40B4-BE49-F238E27FC236}">
                  <a16:creationId xmlns:a16="http://schemas.microsoft.com/office/drawing/2014/main" id="{EEB71264-9E17-49CB-AD6C-2DF787026C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7772" y="3460406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0" name="TextBox 20">
              <a:extLst>
                <a:ext uri="{FF2B5EF4-FFF2-40B4-BE49-F238E27FC236}">
                  <a16:creationId xmlns:a16="http://schemas.microsoft.com/office/drawing/2014/main" id="{B7709E96-7EA6-F59B-929D-2CA972770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4842" y="3693298"/>
              <a:ext cx="8093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ML inference Lambda function</a:t>
              </a:r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6FB562B8-68AA-4FAE-1686-88393BB001C7}"/>
              </a:ext>
            </a:extLst>
          </p:cNvPr>
          <p:cNvGrpSpPr/>
          <p:nvPr/>
        </p:nvGrpSpPr>
        <p:grpSpPr>
          <a:xfrm>
            <a:off x="2659647" y="4242403"/>
            <a:ext cx="809376" cy="932732"/>
            <a:chOff x="1919334" y="3538069"/>
            <a:chExt cx="809376" cy="932732"/>
          </a:xfrm>
        </p:grpSpPr>
        <p:pic>
          <p:nvPicPr>
            <p:cNvPr id="272" name="Graphic 75">
              <a:extLst>
                <a:ext uri="{FF2B5EF4-FFF2-40B4-BE49-F238E27FC236}">
                  <a16:creationId xmlns:a16="http://schemas.microsoft.com/office/drawing/2014/main" id="{BA6139AF-D5A7-3BD9-EAE5-3B14BC7CE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81" y="3538069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3" name="TextBox 20">
              <a:extLst>
                <a:ext uri="{FF2B5EF4-FFF2-40B4-BE49-F238E27FC236}">
                  <a16:creationId xmlns:a16="http://schemas.microsoft.com/office/drawing/2014/main" id="{7619F4D9-2342-F675-94B7-1EFDE734B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334" y="3886026"/>
              <a:ext cx="80937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protocol conversion Lambda function</a:t>
              </a:r>
            </a:p>
          </p:txBody>
        </p:sp>
      </p:grp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A195B512-574D-22F5-EF4E-38D6EADD2035}"/>
              </a:ext>
            </a:extLst>
          </p:cNvPr>
          <p:cNvCxnSpPr>
            <a:cxnSpLocks/>
          </p:cNvCxnSpPr>
          <p:nvPr/>
        </p:nvCxnSpPr>
        <p:spPr>
          <a:xfrm>
            <a:off x="3207013" y="4411971"/>
            <a:ext cx="355317" cy="0"/>
          </a:xfrm>
          <a:prstGeom prst="straightConnector1">
            <a:avLst/>
          </a:prstGeom>
          <a:ln w="508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Elbow Connector 274">
            <a:extLst>
              <a:ext uri="{FF2B5EF4-FFF2-40B4-BE49-F238E27FC236}">
                <a16:creationId xmlns:a16="http://schemas.microsoft.com/office/drawing/2014/main" id="{A1477EDA-1E4F-EC4A-FB46-4A85A6D8CDE2}"/>
              </a:ext>
            </a:extLst>
          </p:cNvPr>
          <p:cNvCxnSpPr>
            <a:stCxn id="220" idx="1"/>
            <a:endCxn id="269" idx="0"/>
          </p:cNvCxnSpPr>
          <p:nvPr/>
        </p:nvCxnSpPr>
        <p:spPr>
          <a:xfrm rot="10800000" flipV="1">
            <a:off x="3472359" y="1884058"/>
            <a:ext cx="2636087" cy="144989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CC0B3835-979F-0A40-4EA1-2B8C5A52170D}"/>
              </a:ext>
            </a:extLst>
          </p:cNvPr>
          <p:cNvCxnSpPr>
            <a:cxnSpLocks/>
          </p:cNvCxnSpPr>
          <p:nvPr/>
        </p:nvCxnSpPr>
        <p:spPr>
          <a:xfrm flipH="1">
            <a:off x="3875495" y="3950957"/>
            <a:ext cx="2292" cy="272010"/>
          </a:xfrm>
          <a:prstGeom prst="straightConnector1">
            <a:avLst/>
          </a:prstGeom>
          <a:ln w="63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Elbow Connector 276">
            <a:extLst>
              <a:ext uri="{FF2B5EF4-FFF2-40B4-BE49-F238E27FC236}">
                <a16:creationId xmlns:a16="http://schemas.microsoft.com/office/drawing/2014/main" id="{E3D78562-551E-4AB2-DEC6-8782380F1BA7}"/>
              </a:ext>
            </a:extLst>
          </p:cNvPr>
          <p:cNvCxnSpPr>
            <a:cxnSpLocks/>
            <a:stCxn id="257" idx="0"/>
          </p:cNvCxnSpPr>
          <p:nvPr/>
        </p:nvCxnSpPr>
        <p:spPr>
          <a:xfrm rot="5400000" flipH="1" flipV="1">
            <a:off x="5365115" y="1244199"/>
            <a:ext cx="818661" cy="35567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0">
            <a:extLst>
              <a:ext uri="{FF2B5EF4-FFF2-40B4-BE49-F238E27FC236}">
                <a16:creationId xmlns:a16="http://schemas.microsoft.com/office/drawing/2014/main" id="{6ABDE56A-3E6C-9CA6-6D21-A09D2C532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18" y="5331184"/>
            <a:ext cx="80937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fleet vehicle</a:t>
            </a:r>
          </a:p>
        </p:txBody>
      </p:sp>
      <p:cxnSp>
        <p:nvCxnSpPr>
          <p:cNvPr id="279" name="Elbow Connector 278">
            <a:extLst>
              <a:ext uri="{FF2B5EF4-FFF2-40B4-BE49-F238E27FC236}">
                <a16:creationId xmlns:a16="http://schemas.microsoft.com/office/drawing/2014/main" id="{B610A065-6BB5-10BA-3D09-60E777B39562}"/>
              </a:ext>
            </a:extLst>
          </p:cNvPr>
          <p:cNvCxnSpPr>
            <a:cxnSpLocks/>
            <a:stCxn id="257" idx="3"/>
            <a:endCxn id="223" idx="1"/>
          </p:cNvCxnSpPr>
          <p:nvPr/>
        </p:nvCxnSpPr>
        <p:spPr>
          <a:xfrm flipV="1">
            <a:off x="4133250" y="3386305"/>
            <a:ext cx="2349504" cy="1827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Elbow Connector 279">
            <a:extLst>
              <a:ext uri="{FF2B5EF4-FFF2-40B4-BE49-F238E27FC236}">
                <a16:creationId xmlns:a16="http://schemas.microsoft.com/office/drawing/2014/main" id="{63252CFD-9A93-1AC7-F272-AACF513F7439}"/>
              </a:ext>
            </a:extLst>
          </p:cNvPr>
          <p:cNvCxnSpPr>
            <a:cxnSpLocks/>
          </p:cNvCxnSpPr>
          <p:nvPr/>
        </p:nvCxnSpPr>
        <p:spPr>
          <a:xfrm rot="10800000">
            <a:off x="6934479" y="2372086"/>
            <a:ext cx="640156" cy="167293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06206A74-7C31-0F6A-791D-2B0B86891A78}"/>
              </a:ext>
            </a:extLst>
          </p:cNvPr>
          <p:cNvCxnSpPr>
            <a:stCxn id="217" idx="1"/>
            <a:endCxn id="220" idx="3"/>
          </p:cNvCxnSpPr>
          <p:nvPr/>
        </p:nvCxnSpPr>
        <p:spPr>
          <a:xfrm flipH="1">
            <a:off x="6474205" y="1884059"/>
            <a:ext cx="2773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Elbow Connector 281">
            <a:extLst>
              <a:ext uri="{FF2B5EF4-FFF2-40B4-BE49-F238E27FC236}">
                <a16:creationId xmlns:a16="http://schemas.microsoft.com/office/drawing/2014/main" id="{D83EDDD0-A963-61A9-285D-8B718A0C628D}"/>
              </a:ext>
            </a:extLst>
          </p:cNvPr>
          <p:cNvCxnSpPr>
            <a:cxnSpLocks/>
            <a:endCxn id="204" idx="2"/>
          </p:cNvCxnSpPr>
          <p:nvPr/>
        </p:nvCxnSpPr>
        <p:spPr>
          <a:xfrm flipV="1">
            <a:off x="7938067" y="2051421"/>
            <a:ext cx="428063" cy="396796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Elbow Connector 282">
            <a:extLst>
              <a:ext uri="{FF2B5EF4-FFF2-40B4-BE49-F238E27FC236}">
                <a16:creationId xmlns:a16="http://schemas.microsoft.com/office/drawing/2014/main" id="{4CBD2D5A-AEF2-3B04-F38E-9361D4D8F42C}"/>
              </a:ext>
            </a:extLst>
          </p:cNvPr>
          <p:cNvCxnSpPr>
            <a:cxnSpLocks/>
            <a:endCxn id="208" idx="2"/>
          </p:cNvCxnSpPr>
          <p:nvPr/>
        </p:nvCxnSpPr>
        <p:spPr>
          <a:xfrm flipV="1">
            <a:off x="7938067" y="2190828"/>
            <a:ext cx="998312" cy="34855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F43B91E4-10AE-0521-8A94-0ED6471F87D7}"/>
              </a:ext>
            </a:extLst>
          </p:cNvPr>
          <p:cNvCxnSpPr>
            <a:stCxn id="223" idx="3"/>
            <a:endCxn id="227" idx="1"/>
          </p:cNvCxnSpPr>
          <p:nvPr/>
        </p:nvCxnSpPr>
        <p:spPr>
          <a:xfrm flipV="1">
            <a:off x="6848514" y="3386221"/>
            <a:ext cx="422841" cy="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7D9988BB-DB38-3837-9673-3F1967A84864}"/>
              </a:ext>
            </a:extLst>
          </p:cNvPr>
          <p:cNvCxnSpPr>
            <a:stCxn id="227" idx="3"/>
            <a:endCxn id="232" idx="1"/>
          </p:cNvCxnSpPr>
          <p:nvPr/>
        </p:nvCxnSpPr>
        <p:spPr>
          <a:xfrm flipV="1">
            <a:off x="7637115" y="3385277"/>
            <a:ext cx="333684" cy="9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>
            <a:extLst>
              <a:ext uri="{FF2B5EF4-FFF2-40B4-BE49-F238E27FC236}">
                <a16:creationId xmlns:a16="http://schemas.microsoft.com/office/drawing/2014/main" id="{0CCAA47D-E571-1B9A-4403-63BFE2AEF6B7}"/>
              </a:ext>
            </a:extLst>
          </p:cNvPr>
          <p:cNvCxnSpPr>
            <a:cxnSpLocks/>
          </p:cNvCxnSpPr>
          <p:nvPr/>
        </p:nvCxnSpPr>
        <p:spPr>
          <a:xfrm flipV="1">
            <a:off x="5402862" y="3928455"/>
            <a:ext cx="1085618" cy="439724"/>
          </a:xfrm>
          <a:prstGeom prst="bentConnector3">
            <a:avLst>
              <a:gd name="adj1" fmla="val 78076"/>
            </a:avLst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Elbow Connector 286">
            <a:extLst>
              <a:ext uri="{FF2B5EF4-FFF2-40B4-BE49-F238E27FC236}">
                <a16:creationId xmlns:a16="http://schemas.microsoft.com/office/drawing/2014/main" id="{06EDA317-A76B-B853-0A0D-C607817FA444}"/>
              </a:ext>
            </a:extLst>
          </p:cNvPr>
          <p:cNvCxnSpPr>
            <a:stCxn id="226" idx="2"/>
          </p:cNvCxnSpPr>
          <p:nvPr/>
        </p:nvCxnSpPr>
        <p:spPr>
          <a:xfrm rot="16200000" flipH="1">
            <a:off x="8117521" y="3178594"/>
            <a:ext cx="239751" cy="145165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Elbow Connector 287">
            <a:extLst>
              <a:ext uri="{FF2B5EF4-FFF2-40B4-BE49-F238E27FC236}">
                <a16:creationId xmlns:a16="http://schemas.microsoft.com/office/drawing/2014/main" id="{A75DE13A-E1D8-E98C-C212-6100A1E6EA7A}"/>
              </a:ext>
            </a:extLst>
          </p:cNvPr>
          <p:cNvCxnSpPr>
            <a:cxnSpLocks/>
          </p:cNvCxnSpPr>
          <p:nvPr/>
        </p:nvCxnSpPr>
        <p:spPr>
          <a:xfrm>
            <a:off x="5402862" y="4444379"/>
            <a:ext cx="1088479" cy="434644"/>
          </a:xfrm>
          <a:prstGeom prst="bentConnector3">
            <a:avLst>
              <a:gd name="adj1" fmla="val 7800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24FF9B5B-2A73-EE81-F84F-82934280F066}"/>
              </a:ext>
            </a:extLst>
          </p:cNvPr>
          <p:cNvCxnSpPr>
            <a:stCxn id="239" idx="3"/>
            <a:endCxn id="240" idx="1"/>
          </p:cNvCxnSpPr>
          <p:nvPr/>
        </p:nvCxnSpPr>
        <p:spPr>
          <a:xfrm>
            <a:off x="6857101" y="4833303"/>
            <a:ext cx="419475" cy="66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D8089C53-E894-3B1D-382E-12664F1628A0}"/>
              </a:ext>
            </a:extLst>
          </p:cNvPr>
          <p:cNvCxnSpPr>
            <a:stCxn id="240" idx="3"/>
            <a:endCxn id="242" idx="1"/>
          </p:cNvCxnSpPr>
          <p:nvPr/>
        </p:nvCxnSpPr>
        <p:spPr>
          <a:xfrm>
            <a:off x="7642336" y="4839992"/>
            <a:ext cx="40606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Elbow Connector 290">
            <a:extLst>
              <a:ext uri="{FF2B5EF4-FFF2-40B4-BE49-F238E27FC236}">
                <a16:creationId xmlns:a16="http://schemas.microsoft.com/office/drawing/2014/main" id="{00A33657-4F0C-532E-D311-89ECE658400B}"/>
              </a:ext>
            </a:extLst>
          </p:cNvPr>
          <p:cNvCxnSpPr>
            <a:cxnSpLocks/>
            <a:stCxn id="243" idx="2"/>
            <a:endCxn id="246" idx="3"/>
          </p:cNvCxnSpPr>
          <p:nvPr/>
        </p:nvCxnSpPr>
        <p:spPr>
          <a:xfrm rot="5400000">
            <a:off x="7864748" y="5161272"/>
            <a:ext cx="169027" cy="5640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216A0221-EB98-3DC0-967F-818278403B4E}"/>
              </a:ext>
            </a:extLst>
          </p:cNvPr>
          <p:cNvCxnSpPr>
            <a:stCxn id="246" idx="1"/>
            <a:endCxn id="248" idx="3"/>
          </p:cNvCxnSpPr>
          <p:nvPr/>
        </p:nvCxnSpPr>
        <p:spPr>
          <a:xfrm flipH="1">
            <a:off x="6966994" y="5527806"/>
            <a:ext cx="334487" cy="24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>
            <a:extLst>
              <a:ext uri="{FF2B5EF4-FFF2-40B4-BE49-F238E27FC236}">
                <a16:creationId xmlns:a16="http://schemas.microsoft.com/office/drawing/2014/main" id="{6DB137D8-B8F1-498A-A276-39DB22273DA4}"/>
              </a:ext>
            </a:extLst>
          </p:cNvPr>
          <p:cNvCxnSpPr>
            <a:cxnSpLocks/>
            <a:stCxn id="248" idx="1"/>
          </p:cNvCxnSpPr>
          <p:nvPr/>
        </p:nvCxnSpPr>
        <p:spPr>
          <a:xfrm rot="10800000">
            <a:off x="5394964" y="4506139"/>
            <a:ext cx="1206271" cy="1024125"/>
          </a:xfrm>
          <a:prstGeom prst="bentConnector3">
            <a:avLst>
              <a:gd name="adj1" fmla="val 4564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Elbow Connector 293">
            <a:extLst>
              <a:ext uri="{FF2B5EF4-FFF2-40B4-BE49-F238E27FC236}">
                <a16:creationId xmlns:a16="http://schemas.microsoft.com/office/drawing/2014/main" id="{CB28143A-5CB0-FC93-D441-8C63B525CBB4}"/>
              </a:ext>
            </a:extLst>
          </p:cNvPr>
          <p:cNvCxnSpPr>
            <a:cxnSpLocks/>
            <a:stCxn id="242" idx="0"/>
          </p:cNvCxnSpPr>
          <p:nvPr/>
        </p:nvCxnSpPr>
        <p:spPr>
          <a:xfrm rot="5400000" flipH="1" flipV="1">
            <a:off x="8317622" y="4021235"/>
            <a:ext cx="549536" cy="72221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F36D4C4-1123-41A9-10B4-BDEA96FC3907}"/>
              </a:ext>
            </a:extLst>
          </p:cNvPr>
          <p:cNvGrpSpPr/>
          <p:nvPr/>
        </p:nvGrpSpPr>
        <p:grpSpPr>
          <a:xfrm>
            <a:off x="9603302" y="3801478"/>
            <a:ext cx="615953" cy="541077"/>
            <a:chOff x="7583564" y="2981231"/>
            <a:chExt cx="615953" cy="541077"/>
          </a:xfrm>
        </p:grpSpPr>
        <p:pic>
          <p:nvPicPr>
            <p:cNvPr id="296" name="Graphic 6">
              <a:extLst>
                <a:ext uri="{FF2B5EF4-FFF2-40B4-BE49-F238E27FC236}">
                  <a16:creationId xmlns:a16="http://schemas.microsoft.com/office/drawing/2014/main" id="{DA8D3294-661A-78EF-B4FE-94C7D81EF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/>
          </p:blipFill>
          <p:spPr bwMode="auto">
            <a:xfrm flipH="1">
              <a:off x="7692231" y="2981231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" name="TextBox 15">
              <a:extLst>
                <a:ext uri="{FF2B5EF4-FFF2-40B4-BE49-F238E27FC236}">
                  <a16:creationId xmlns:a16="http://schemas.microsoft.com/office/drawing/2014/main" id="{5ACCCC47-58A5-16E5-18B4-87DB3EBD1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564" y="3306864"/>
              <a:ext cx="61595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users</a:t>
              </a:r>
            </a:p>
          </p:txBody>
        </p:sp>
      </p:grp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413F61C0-936D-494B-74EA-E30AB509465B}"/>
              </a:ext>
            </a:extLst>
          </p:cNvPr>
          <p:cNvCxnSpPr>
            <a:cxnSpLocks/>
            <a:stCxn id="207" idx="3"/>
            <a:endCxn id="296" idx="3"/>
          </p:cNvCxnSpPr>
          <p:nvPr/>
        </p:nvCxnSpPr>
        <p:spPr>
          <a:xfrm>
            <a:off x="9115918" y="1656545"/>
            <a:ext cx="596051" cy="2327813"/>
          </a:xfrm>
          <a:prstGeom prst="bentConnector3">
            <a:avLst>
              <a:gd name="adj1" fmla="val 6234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17CD8300-05BD-073A-942A-A992A980B371}"/>
              </a:ext>
            </a:extLst>
          </p:cNvPr>
          <p:cNvCxnSpPr>
            <a:cxnSpLocks/>
          </p:cNvCxnSpPr>
          <p:nvPr/>
        </p:nvCxnSpPr>
        <p:spPr>
          <a:xfrm>
            <a:off x="9328982" y="4063379"/>
            <a:ext cx="38298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34DD870E-3AAB-3343-EB72-6549DB912B1B}"/>
              </a:ext>
            </a:extLst>
          </p:cNvPr>
          <p:cNvSpPr/>
          <p:nvPr/>
        </p:nvSpPr>
        <p:spPr>
          <a:xfrm>
            <a:off x="6006456" y="1264948"/>
            <a:ext cx="3322526" cy="1813224"/>
          </a:xfrm>
          <a:prstGeom prst="rect">
            <a:avLst/>
          </a:prstGeom>
          <a:noFill/>
          <a:ln>
            <a:solidFill>
              <a:srgbClr val="232F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20">
            <a:extLst>
              <a:ext uri="{FF2B5EF4-FFF2-40B4-BE49-F238E27FC236}">
                <a16:creationId xmlns:a16="http://schemas.microsoft.com/office/drawing/2014/main" id="{25AEAE8A-EB8E-4197-FAC4-AE45E2D09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9254" y="2888069"/>
            <a:ext cx="14555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predictive maintenance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3E3FC39-1849-4EE9-9221-DF5CF527A756}"/>
              </a:ext>
            </a:extLst>
          </p:cNvPr>
          <p:cNvSpPr/>
          <p:nvPr/>
        </p:nvSpPr>
        <p:spPr>
          <a:xfrm>
            <a:off x="6328504" y="3142883"/>
            <a:ext cx="2413976" cy="1359622"/>
          </a:xfrm>
          <a:prstGeom prst="rect">
            <a:avLst/>
          </a:prstGeom>
          <a:noFill/>
          <a:ln>
            <a:solidFill>
              <a:srgbClr val="232F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TextBox 20">
            <a:extLst>
              <a:ext uri="{FF2B5EF4-FFF2-40B4-BE49-F238E27FC236}">
                <a16:creationId xmlns:a16="http://schemas.microsoft.com/office/drawing/2014/main" id="{20D71BFE-35FE-D59E-1B97-9DC6BC515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551" y="4187742"/>
            <a:ext cx="14555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event detection and response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1E6DADE6-3297-3009-7B13-59E470537E3E}"/>
              </a:ext>
            </a:extLst>
          </p:cNvPr>
          <p:cNvSpPr/>
          <p:nvPr/>
        </p:nvSpPr>
        <p:spPr>
          <a:xfrm>
            <a:off x="6333784" y="4569347"/>
            <a:ext cx="2413976" cy="1499129"/>
          </a:xfrm>
          <a:prstGeom prst="rect">
            <a:avLst/>
          </a:prstGeom>
          <a:noFill/>
          <a:ln>
            <a:solidFill>
              <a:srgbClr val="232F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TextBox 20">
            <a:extLst>
              <a:ext uri="{FF2B5EF4-FFF2-40B4-BE49-F238E27FC236}">
                <a16:creationId xmlns:a16="http://schemas.microsoft.com/office/drawing/2014/main" id="{8A290F17-D176-59CC-CEDA-9CADDECCE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8059" y="5892179"/>
            <a:ext cx="14555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geofencing/fleet tracking</a:t>
            </a:r>
          </a:p>
        </p:txBody>
      </p:sp>
      <p:sp>
        <p:nvSpPr>
          <p:cNvPr id="306" name="NumBox 1">
            <a:extLst>
              <a:ext uri="{FF2B5EF4-FFF2-40B4-BE49-F238E27FC236}">
                <a16:creationId xmlns:a16="http://schemas.microsoft.com/office/drawing/2014/main" id="{6B162886-1CDB-824F-79C3-02ECFD7F3F95}"/>
              </a:ext>
            </a:extLst>
          </p:cNvPr>
          <p:cNvSpPr/>
          <p:nvPr/>
        </p:nvSpPr>
        <p:spPr>
          <a:xfrm>
            <a:off x="2791810" y="3904324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307" name="NumBox 2">
            <a:extLst>
              <a:ext uri="{FF2B5EF4-FFF2-40B4-BE49-F238E27FC236}">
                <a16:creationId xmlns:a16="http://schemas.microsoft.com/office/drawing/2014/main" id="{F5141D52-3A19-9F82-4B14-638C9BCFC3D9}"/>
              </a:ext>
            </a:extLst>
          </p:cNvPr>
          <p:cNvSpPr/>
          <p:nvPr/>
        </p:nvSpPr>
        <p:spPr>
          <a:xfrm>
            <a:off x="5116095" y="2318572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308" name="NumBox 3">
            <a:extLst>
              <a:ext uri="{FF2B5EF4-FFF2-40B4-BE49-F238E27FC236}">
                <a16:creationId xmlns:a16="http://schemas.microsoft.com/office/drawing/2014/main" id="{0429A8A1-C811-264D-D4AE-0D82704F9489}"/>
              </a:ext>
            </a:extLst>
          </p:cNvPr>
          <p:cNvSpPr/>
          <p:nvPr/>
        </p:nvSpPr>
        <p:spPr>
          <a:xfrm>
            <a:off x="7236257" y="2233495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sp>
        <p:nvSpPr>
          <p:cNvPr id="309" name="NumBox 4">
            <a:extLst>
              <a:ext uri="{FF2B5EF4-FFF2-40B4-BE49-F238E27FC236}">
                <a16:creationId xmlns:a16="http://schemas.microsoft.com/office/drawing/2014/main" id="{9865614D-CE23-0FA1-076E-C7E47D24AC99}"/>
              </a:ext>
            </a:extLst>
          </p:cNvPr>
          <p:cNvSpPr/>
          <p:nvPr/>
        </p:nvSpPr>
        <p:spPr>
          <a:xfrm>
            <a:off x="9603045" y="1628871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310" name="NumBox 5">
            <a:extLst>
              <a:ext uri="{FF2B5EF4-FFF2-40B4-BE49-F238E27FC236}">
                <a16:creationId xmlns:a16="http://schemas.microsoft.com/office/drawing/2014/main" id="{8E0EABCB-BF54-FCDB-E82E-A0D420B756CA}"/>
              </a:ext>
            </a:extLst>
          </p:cNvPr>
          <p:cNvSpPr/>
          <p:nvPr/>
        </p:nvSpPr>
        <p:spPr>
          <a:xfrm>
            <a:off x="3170274" y="2769750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311" name="NumBox 6">
            <a:extLst>
              <a:ext uri="{FF2B5EF4-FFF2-40B4-BE49-F238E27FC236}">
                <a16:creationId xmlns:a16="http://schemas.microsoft.com/office/drawing/2014/main" id="{BA99DC59-7E15-B670-1423-256DAB389FD0}"/>
              </a:ext>
            </a:extLst>
          </p:cNvPr>
          <p:cNvSpPr/>
          <p:nvPr/>
        </p:nvSpPr>
        <p:spPr>
          <a:xfrm>
            <a:off x="6091497" y="3695388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312" name="NumBox 7">
            <a:extLst>
              <a:ext uri="{FF2B5EF4-FFF2-40B4-BE49-F238E27FC236}">
                <a16:creationId xmlns:a16="http://schemas.microsoft.com/office/drawing/2014/main" id="{3E44A3B2-EDAF-5675-5B3E-166A21202F7E}"/>
              </a:ext>
            </a:extLst>
          </p:cNvPr>
          <p:cNvSpPr/>
          <p:nvPr/>
        </p:nvSpPr>
        <p:spPr>
          <a:xfrm>
            <a:off x="5503371" y="3090675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313" name="NumBox 8">
            <a:extLst>
              <a:ext uri="{FF2B5EF4-FFF2-40B4-BE49-F238E27FC236}">
                <a16:creationId xmlns:a16="http://schemas.microsoft.com/office/drawing/2014/main" id="{F1DFB132-C3D1-CE56-97F7-9ACE23FB2482}"/>
              </a:ext>
            </a:extLst>
          </p:cNvPr>
          <p:cNvSpPr/>
          <p:nvPr/>
        </p:nvSpPr>
        <p:spPr>
          <a:xfrm>
            <a:off x="6080760" y="4520579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sp>
        <p:nvSpPr>
          <p:cNvPr id="314" name="NumBox 9">
            <a:extLst>
              <a:ext uri="{FF2B5EF4-FFF2-40B4-BE49-F238E27FC236}">
                <a16:creationId xmlns:a16="http://schemas.microsoft.com/office/drawing/2014/main" id="{BECD7221-4182-FC2D-5120-40EC8F7F2097}"/>
              </a:ext>
            </a:extLst>
          </p:cNvPr>
          <p:cNvSpPr/>
          <p:nvPr/>
        </p:nvSpPr>
        <p:spPr>
          <a:xfrm>
            <a:off x="6121145" y="5272308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9</a:t>
            </a:r>
          </a:p>
        </p:txBody>
      </p:sp>
      <p:sp>
        <p:nvSpPr>
          <p:cNvPr id="315" name="NumBoxInside 10">
            <a:extLst>
              <a:ext uri="{FF2B5EF4-FFF2-40B4-BE49-F238E27FC236}">
                <a16:creationId xmlns:a16="http://schemas.microsoft.com/office/drawing/2014/main" id="{14E66ACE-135F-6F43-43A6-73D62E63EFA3}"/>
              </a:ext>
            </a:extLst>
          </p:cNvPr>
          <p:cNvSpPr/>
          <p:nvPr/>
        </p:nvSpPr>
        <p:spPr>
          <a:xfrm>
            <a:off x="8477554" y="3931531"/>
            <a:ext cx="274320" cy="274320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" rIns="2286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4A6B969-A1E5-1B50-4B0A-FAAD1C1F7FB8}"/>
              </a:ext>
            </a:extLst>
          </p:cNvPr>
          <p:cNvSpPr txBox="1"/>
          <p:nvPr/>
        </p:nvSpPr>
        <p:spPr>
          <a:xfrm>
            <a:off x="4194048" y="40755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8E984B23-3376-8551-7A59-D466792604FB}"/>
              </a:ext>
            </a:extLst>
          </p:cNvPr>
          <p:cNvCxnSpPr>
            <a:cxnSpLocks/>
          </p:cNvCxnSpPr>
          <p:nvPr/>
        </p:nvCxnSpPr>
        <p:spPr>
          <a:xfrm flipH="1">
            <a:off x="3561436" y="3946156"/>
            <a:ext cx="2292" cy="272010"/>
          </a:xfrm>
          <a:prstGeom prst="straightConnector1">
            <a:avLst/>
          </a:prstGeom>
          <a:ln w="63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6E974D0C-4620-E64E-D58D-8BEEAFF1E0A2}"/>
              </a:ext>
            </a:extLst>
          </p:cNvPr>
          <p:cNvCxnSpPr>
            <a:cxnSpLocks/>
            <a:endCxn id="199" idx="0"/>
          </p:cNvCxnSpPr>
          <p:nvPr/>
        </p:nvCxnSpPr>
        <p:spPr>
          <a:xfrm>
            <a:off x="5219982" y="4755351"/>
            <a:ext cx="298" cy="382049"/>
          </a:xfrm>
          <a:prstGeom prst="straightConnector1">
            <a:avLst/>
          </a:prstGeom>
          <a:ln w="508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3BB8B29A-E501-BF72-9741-0AEC73D17BD6}"/>
              </a:ext>
            </a:extLst>
          </p:cNvPr>
          <p:cNvCxnSpPr>
            <a:cxnSpLocks/>
          </p:cNvCxnSpPr>
          <p:nvPr/>
        </p:nvCxnSpPr>
        <p:spPr>
          <a:xfrm>
            <a:off x="7749314" y="1976355"/>
            <a:ext cx="0" cy="304648"/>
          </a:xfrm>
          <a:prstGeom prst="straightConnector1">
            <a:avLst/>
          </a:prstGeom>
          <a:ln w="508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Rectangle 319">
            <a:extLst>
              <a:ext uri="{FF2B5EF4-FFF2-40B4-BE49-F238E27FC236}">
                <a16:creationId xmlns:a16="http://schemas.microsoft.com/office/drawing/2014/main" id="{EACF4D77-3988-0F5D-7A36-6282EDA7FE09}"/>
              </a:ext>
            </a:extLst>
          </p:cNvPr>
          <p:cNvSpPr/>
          <p:nvPr/>
        </p:nvSpPr>
        <p:spPr>
          <a:xfrm>
            <a:off x="9141020" y="1201779"/>
            <a:ext cx="452411" cy="40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4CF79A2A-28BA-5C13-6952-8721D577477E}"/>
              </a:ext>
            </a:extLst>
          </p:cNvPr>
          <p:cNvSpPr txBox="1"/>
          <p:nvPr/>
        </p:nvSpPr>
        <p:spPr>
          <a:xfrm>
            <a:off x="9113167" y="1164066"/>
            <a:ext cx="72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</a:t>
            </a:r>
          </a:p>
          <a:p>
            <a:r>
              <a:rPr lang="en-US" sz="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QuickSightdashboard</a:t>
            </a:r>
          </a:p>
        </p:txBody>
      </p:sp>
    </p:spTree>
    <p:extLst>
      <p:ext uri="{BB962C8B-B14F-4D97-AF65-F5344CB8AC3E}">
        <p14:creationId xmlns:p14="http://schemas.microsoft.com/office/powerpoint/2010/main" val="6443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58608</TotalTime>
  <Words>340</Words>
  <Application>Microsoft Macintosh PowerPoint</Application>
  <PresentationFormat>Widescreen</PresentationFormat>
  <Paragraphs>68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Management Solution for Connected Farm</dc:title>
  <dc:subject/>
  <dc:creator>Amazon Web Services</dc:creator>
  <cp:keywords/>
  <dc:description/>
  <cp:lastModifiedBy>Janelle Nolan</cp:lastModifiedBy>
  <cp:revision>97</cp:revision>
  <dcterms:created xsi:type="dcterms:W3CDTF">2020-07-21T19:38:25Z</dcterms:created>
  <dcterms:modified xsi:type="dcterms:W3CDTF">2022-12-10T01:55:22Z</dcterms:modified>
  <cp:category/>
</cp:coreProperties>
</file>