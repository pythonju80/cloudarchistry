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80" r:id="rId2"/>
    <p:sldId id="27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bby Chang" initials="DC" lastIdx="8" clrIdx="0">
    <p:extLst>
      <p:ext uri="{19B8F6BF-5375-455C-9EA6-DF929625EA0E}">
        <p15:presenceInfo xmlns:p15="http://schemas.microsoft.com/office/powerpoint/2012/main" userId="Debby Chang" providerId="None"/>
      </p:ext>
    </p:extLst>
  </p:cmAuthor>
  <p:cmAuthor id="2" name="Courtright, Andrea" initials="CA" lastIdx="27" clrIdx="1">
    <p:extLst>
      <p:ext uri="{19B8F6BF-5375-455C-9EA6-DF929625EA0E}">
        <p15:presenceInfo xmlns:p15="http://schemas.microsoft.com/office/powerpoint/2012/main" userId="S-1-5-21-1407069837-2091007605-538272213-48098207" providerId="AD"/>
      </p:ext>
    </p:extLst>
  </p:cmAuthor>
  <p:cmAuthor id="3" name="Venkatesh Aravamudan" initials="MOU" lastIdx="15" clrIdx="2">
    <p:extLst>
      <p:ext uri="{19B8F6BF-5375-455C-9EA6-DF929625EA0E}">
        <p15:presenceInfo xmlns:p15="http://schemas.microsoft.com/office/powerpoint/2012/main" userId="Venkatesh Aravamud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B5E8"/>
    <a:srgbClr val="545B64"/>
    <a:srgbClr val="7D89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5"/>
    <p:restoredTop sz="94721"/>
  </p:normalViewPr>
  <p:slideViewPr>
    <p:cSldViewPr snapToGrid="0" snapToObjects="1">
      <p:cViewPr varScale="1">
        <p:scale>
          <a:sx n="152" d="100"/>
          <a:sy n="152" d="100"/>
        </p:scale>
        <p:origin x="10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6B231-60EB-4C49-AAEF-269B5DFF8A47}" type="datetimeFigureOut">
              <a:rPr lang="en-US" smtClean="0"/>
              <a:t>10/10/2023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86CF6-1F11-0F42-9224-21A256809A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34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3B235-0EC1-A945-8A73-E24DD50E92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465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0B15-2441-8C40-A7FF-E2A903BA0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EDCD3-FE1E-3A42-A167-0D7548E86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A736C-3AF2-754D-B90D-CBD09313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10/10/2023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6406-6A04-E148-9208-C65993B6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5A83A-851E-1A44-9FCE-6FFD4813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5C4C-80D1-964F-8C27-E6533D31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3B0B-74C5-4245-AEBB-F2783844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75128-5C99-924A-8235-4D35BDF5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10/10/2023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3A23-0936-5347-BCEE-94B0BBC5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E944D-764C-594E-89F2-A935820D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63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14EC-30FA-784D-89FE-065ABF8A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02DC6-75AF-934A-8CD0-3860E57B6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1C632-EFB6-984D-9E96-59FFF448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10/10/2023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F414A-1C2C-F74E-966B-28ED8607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5928-0931-B243-805D-290462A0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4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B84D-AA29-BF47-A2C3-00F3CC6F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547C6-5414-4D49-B625-9F62F0182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F339C-0A28-6E45-9806-D043A1E2E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00151-3BFF-394D-AA82-5EC5D874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10/10/2023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515EA-2174-8A4C-9226-DDCFAF19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A7A2B-22F6-B34E-AAAA-F650C35A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9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B524-B009-1849-954B-63F1A2B2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A1271-2C8E-744E-B3A6-F1F4D0BD5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C27E9-0BB9-684A-83E9-B98AEBE76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C2C89-FB2B-2848-9CBC-845ACD8AE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8A7B3-5BB6-F142-8991-B826A35EB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F6A90-BCA7-A844-BDD1-229C01420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10/10/2023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0EB13-5D11-5449-9512-615224438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89CFB-D3AA-5D40-8CD5-82FB72E2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5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C06F-E9D1-9848-8730-019EDC09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6A42A-BD0A-6044-B98A-667A10B9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10/10/2023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6F7CE-1782-F34B-8546-4418076A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4FECA-CEB6-EA48-989E-76920583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5ACDC-A542-1644-ACC8-03BEFDCE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10/10/2023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3CAD7-D680-3248-89AC-406C3A2F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4454D-3F33-CF4C-AAEA-B9C5C3288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32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DC62-3092-4F47-B1CE-3F896D090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02A2-C681-EC4D-883E-EDD4C9F35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3D7A2-001A-E546-90B4-92D80CF48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D9759-F5A3-D041-9C49-871DE939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10/10/2023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6F5AD-6FC4-0546-BCC8-1996C15E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7A332-74A7-C049-9406-D84CFB5A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51D8-6D19-DF4B-9F98-C7AC0FFE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56044-1EBB-F64A-B5BC-EF7CA4262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5DFA7-FA61-E240-8E13-D17D1C0D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96980-11CA-3B45-AE34-01194C85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10/10/2023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CCDDE-3E46-2544-ACD5-1F7475EA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FCE0F-973C-2D41-A199-7D2984F7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3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80F3-24C0-CB47-9701-96650041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C93E1-0242-0D43-9778-62EBD48D1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8B7D1-6415-D741-8ED7-723B58CD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10/10/2023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DD59-7593-9648-BF09-F82F663A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E32E3-4EBB-0146-BCB3-694DD543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9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1C21A-B8BD-4146-8AD7-8E9448250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2FC8A-61FE-DB4B-8F2A-FE5EDE2F0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F5535-45FC-9A44-81C9-97555F81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10/10/2023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AC401-C660-EF4F-B64A-0D14A2C6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2AEFD-3CC8-8F44-9371-5A08F340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5F298-9AE0-F440-B542-5F54802A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FAE3-2B3B-D548-B56B-CE84E6538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3DF35-730C-C244-B98A-CB1C9F822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802BD-3636-C34F-81A0-C5C670484C61}" type="datetimeFigureOut">
              <a:rPr lang="en-US" smtClean="0"/>
              <a:t>10/10/2023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F7E14-3D8F-1644-8351-8BCD9C2C7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80F83-AAFE-764D-9B87-A488A02AD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21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18" Type="http://schemas.openxmlformats.org/officeDocument/2006/relationships/image" Target="../media/image15.svg"/><Relationship Id="rId26" Type="http://schemas.openxmlformats.org/officeDocument/2006/relationships/image" Target="../media/image23.sv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sv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svg"/><Relationship Id="rId5" Type="http://schemas.openxmlformats.org/officeDocument/2006/relationships/hyperlink" Target="https://docs.aws.amazon.com/architecture-diagrams/latest/protegrity-data-protection-for-amazon-s3-and-snowflake/protegrity-data-protection-for-amazon-s3-and-snowflake.html" TargetMode="External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image" Target="../media/image7.svg"/><Relationship Id="rId19" Type="http://schemas.openxmlformats.org/officeDocument/2006/relationships/image" Target="../media/image16.pn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architecture/" TargetMode="External"/><Relationship Id="rId2" Type="http://schemas.openxmlformats.org/officeDocument/2006/relationships/hyperlink" Target="https://aws.amazon.com/architecture/icon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-feedback.aws.amazon.com/feedback.jsp?feedback_destination_id=a0d18259-7974-4e8f-8382-0a4be53f4374&amp;topic_url=http://docs.aws.amazon.com/en_us/architecture-diagrams/latest/high-performance-computing-on-aws/high-performance-computing-on-aws.html" TargetMode="External"/><Relationship Id="rId4" Type="http://schemas.openxmlformats.org/officeDocument/2006/relationships/hyperlink" Target="https://aws.amazon.com/architecture/well-architected/?wa-lens-whitepapers.sort-by=item.additionalFields.sortDate&amp;wa-lens-whitepapers.sort-order=des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raphic 102">
            <a:extLst>
              <a:ext uri="{FF2B5EF4-FFF2-40B4-BE49-F238E27FC236}">
                <a16:creationId xmlns:a16="http://schemas.microsoft.com/office/drawing/2014/main" id="{1DD42CEA-08C0-B743-AC84-1AA6A123B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92" y="6406198"/>
            <a:ext cx="585391" cy="348070"/>
          </a:xfrm>
          <a:prstGeom prst="rect">
            <a:avLst/>
          </a:prstGeom>
        </p:spPr>
      </p:pic>
      <p:sp>
        <p:nvSpPr>
          <p:cNvPr id="104" name="AWS copyright text">
            <a:extLst>
              <a:ext uri="{FF2B5EF4-FFF2-40B4-BE49-F238E27FC236}">
                <a16:creationId xmlns:a16="http://schemas.microsoft.com/office/drawing/2014/main" id="{E926D9DC-0FDF-1C44-85C5-53E31AA8B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619133"/>
            <a:ext cx="4036484" cy="14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933" b="0" i="0" dirty="0">
                <a:solidFill>
                  <a:srgbClr val="7F7F7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2023, Amazon Web Services, Inc. or its affiliates. All rights reserved.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45785164-9622-EA48-9B8E-82C7C4BDB904}"/>
              </a:ext>
            </a:extLst>
          </p:cNvPr>
          <p:cNvSpPr/>
          <p:nvPr/>
        </p:nvSpPr>
        <p:spPr>
          <a:xfrm>
            <a:off x="2920754" y="1551898"/>
            <a:ext cx="269822" cy="276411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C66A8E-F283-4763-B096-ACFA9F5EC61A}"/>
              </a:ext>
            </a:extLst>
          </p:cNvPr>
          <p:cNvSpPr txBox="1"/>
          <p:nvPr/>
        </p:nvSpPr>
        <p:spPr>
          <a:xfrm>
            <a:off x="95668" y="134489"/>
            <a:ext cx="8498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Protegrity Data Protection for Amazon S3 and Snowflake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8F7425-C01F-4322-A5E8-4271654E0F7E}"/>
              </a:ext>
            </a:extLst>
          </p:cNvPr>
          <p:cNvSpPr txBox="1"/>
          <p:nvPr/>
        </p:nvSpPr>
        <p:spPr>
          <a:xfrm>
            <a:off x="101092" y="458980"/>
            <a:ext cx="486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For the architecture description, refer to the </a:t>
            </a:r>
            <a:r>
              <a:rPr lang="en-US" sz="1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hlinkClick r:id="rId5"/>
              </a:rPr>
              <a:t>full diagram</a:t>
            </a:r>
            <a:r>
              <a:rPr lang="en-US" sz="1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. </a:t>
            </a:r>
          </a:p>
        </p:txBody>
      </p:sp>
      <p:sp>
        <p:nvSpPr>
          <p:cNvPr id="53" name="TextBox 21">
            <a:extLst>
              <a:ext uri="{FF2B5EF4-FFF2-40B4-BE49-F238E27FC236}">
                <a16:creationId xmlns:a16="http://schemas.microsoft.com/office/drawing/2014/main" id="{E11ED7A1-8AF6-4204-833C-CABCD2466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4767" y="2281485"/>
            <a:ext cx="102565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 bucket</a:t>
            </a:r>
            <a:b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altLang="en-US" sz="9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raw data</a:t>
            </a:r>
            <a:endParaRPr lang="en-US" altLang="en-US" sz="9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54" name="TextBox 17">
            <a:extLst>
              <a:ext uri="{FF2B5EF4-FFF2-40B4-BE49-F238E27FC236}">
                <a16:creationId xmlns:a16="http://schemas.microsoft.com/office/drawing/2014/main" id="{A569E13F-8590-4537-8121-B28336DF2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870" y="4140874"/>
            <a:ext cx="9787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Protegrity</a:t>
            </a:r>
          </a:p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accelerator</a:t>
            </a:r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14AA0AAF-2FC6-45E9-B8B9-BE1C03B32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7845" y="5671823"/>
            <a:ext cx="15346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Protegrity </a:t>
            </a:r>
          </a:p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Cloud API protector</a:t>
            </a:r>
          </a:p>
        </p:txBody>
      </p:sp>
      <p:sp>
        <p:nvSpPr>
          <p:cNvPr id="58" name="TextBox 17">
            <a:extLst>
              <a:ext uri="{FF2B5EF4-FFF2-40B4-BE49-F238E27FC236}">
                <a16:creationId xmlns:a16="http://schemas.microsoft.com/office/drawing/2014/main" id="{D3AFBFAC-2665-4FF6-B863-FCA46BEF1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8730" y="3897238"/>
            <a:ext cx="14465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Protegrity </a:t>
            </a:r>
          </a:p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Snowflake protector</a:t>
            </a:r>
          </a:p>
        </p:txBody>
      </p:sp>
      <p:sp>
        <p:nvSpPr>
          <p:cNvPr id="61" name="TextBox 9">
            <a:extLst>
              <a:ext uri="{FF2B5EF4-FFF2-40B4-BE49-F238E27FC236}">
                <a16:creationId xmlns:a16="http://schemas.microsoft.com/office/drawing/2014/main" id="{A232E4B2-701E-4845-AD07-67143CCA3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149" y="3892016"/>
            <a:ext cx="12245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API Gateway</a:t>
            </a:r>
          </a:p>
        </p:txBody>
      </p:sp>
      <p:pic>
        <p:nvPicPr>
          <p:cNvPr id="62" name="Picture 61" descr="Logo&#10;&#10;Description automatically generated">
            <a:extLst>
              <a:ext uri="{FF2B5EF4-FFF2-40B4-BE49-F238E27FC236}">
                <a16:creationId xmlns:a16="http://schemas.microsoft.com/office/drawing/2014/main" id="{88C11C6A-398B-45D8-A785-48F25AF2130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799" y="2955240"/>
            <a:ext cx="946374" cy="424342"/>
          </a:xfrm>
          <a:prstGeom prst="rect">
            <a:avLst/>
          </a:prstGeom>
          <a:ln>
            <a:noFill/>
          </a:ln>
        </p:spPr>
      </p:pic>
      <p:sp>
        <p:nvSpPr>
          <p:cNvPr id="69" name="TextBox 17">
            <a:extLst>
              <a:ext uri="{FF2B5EF4-FFF2-40B4-BE49-F238E27FC236}">
                <a16:creationId xmlns:a16="http://schemas.microsoft.com/office/drawing/2014/main" id="{08A7D648-7522-4391-80A0-6F300CAAA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931" y="2203121"/>
            <a:ext cx="108031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source data files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76110B7-A29A-4C57-B1E2-F709552C4545}"/>
              </a:ext>
            </a:extLst>
          </p:cNvPr>
          <p:cNvCxnSpPr>
            <a:cxnSpLocks/>
            <a:stCxn id="87" idx="3"/>
            <a:endCxn id="206" idx="1"/>
          </p:cNvCxnSpPr>
          <p:nvPr/>
        </p:nvCxnSpPr>
        <p:spPr>
          <a:xfrm>
            <a:off x="2037592" y="2115523"/>
            <a:ext cx="800546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4B116341-D6A2-4F9B-BE0A-1650808CE381}"/>
              </a:ext>
            </a:extLst>
          </p:cNvPr>
          <p:cNvSpPr txBox="1"/>
          <p:nvPr/>
        </p:nvSpPr>
        <p:spPr>
          <a:xfrm>
            <a:off x="11396563" y="3949366"/>
            <a:ext cx="83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authorized</a:t>
            </a:r>
          </a:p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users</a:t>
            </a: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0B30B539-67F7-47A4-9A0E-05E93C781E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2249384" y="908194"/>
            <a:ext cx="332535" cy="332535"/>
          </a:xfrm>
          <a:prstGeom prst="rect">
            <a:avLst/>
          </a:prstGeom>
        </p:spPr>
      </p:pic>
      <p:pic>
        <p:nvPicPr>
          <p:cNvPr id="75" name="Graphic 16">
            <a:extLst>
              <a:ext uri="{FF2B5EF4-FFF2-40B4-BE49-F238E27FC236}">
                <a16:creationId xmlns:a16="http://schemas.microsoft.com/office/drawing/2014/main" id="{EB614222-81FC-47F0-BB81-9895EDCD2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1144364" y="175610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TextBox 21">
            <a:extLst>
              <a:ext uri="{FF2B5EF4-FFF2-40B4-BE49-F238E27FC236}">
                <a16:creationId xmlns:a16="http://schemas.microsoft.com/office/drawing/2014/main" id="{48DB143F-1241-43EA-A1BE-5C1356943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7611" y="2327802"/>
            <a:ext cx="12998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 bucket</a:t>
            </a:r>
            <a:b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altLang="en-US" sz="9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tokenized data</a:t>
            </a:r>
            <a:endParaRPr lang="en-US" altLang="en-US" sz="9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78" name="Graphic 23">
            <a:extLst>
              <a:ext uri="{FF2B5EF4-FFF2-40B4-BE49-F238E27FC236}">
                <a16:creationId xmlns:a16="http://schemas.microsoft.com/office/drawing/2014/main" id="{7F179C40-40F2-4CF7-9315-67F242DDD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 flipH="1">
            <a:off x="11585257" y="3525840"/>
            <a:ext cx="423526" cy="423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12">
            <a:extLst>
              <a:ext uri="{FF2B5EF4-FFF2-40B4-BE49-F238E27FC236}">
                <a16:creationId xmlns:a16="http://schemas.microsoft.com/office/drawing/2014/main" id="{FCCCF890-86F4-4AB6-BC5E-ABE33C04F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199" y="2333013"/>
            <a:ext cx="103798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DataSync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FAC8517-5CE3-47E3-8D22-8A95A7FFE597}"/>
              </a:ext>
            </a:extLst>
          </p:cNvPr>
          <p:cNvCxnSpPr>
            <a:cxnSpLocks/>
            <a:stCxn id="206" idx="3"/>
            <a:endCxn id="210" idx="1"/>
          </p:cNvCxnSpPr>
          <p:nvPr/>
        </p:nvCxnSpPr>
        <p:spPr>
          <a:xfrm flipV="1">
            <a:off x="3295338" y="2113537"/>
            <a:ext cx="471274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353B8A7F-44A4-4331-A397-47E16C80CB71}"/>
              </a:ext>
            </a:extLst>
          </p:cNvPr>
          <p:cNvSpPr/>
          <p:nvPr/>
        </p:nvSpPr>
        <p:spPr>
          <a:xfrm>
            <a:off x="758581" y="1261749"/>
            <a:ext cx="1279011" cy="1707547"/>
          </a:xfrm>
          <a:prstGeom prst="rect">
            <a:avLst/>
          </a:prstGeom>
          <a:noFill/>
          <a:ln w="12700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rgbClr val="5A6B86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88" name="TextBox 17">
            <a:extLst>
              <a:ext uri="{FF2B5EF4-FFF2-40B4-BE49-F238E27FC236}">
                <a16:creationId xmlns:a16="http://schemas.microsoft.com/office/drawing/2014/main" id="{91B63535-27C6-43B6-86BE-BBF2540B3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378" y="1344804"/>
            <a:ext cx="16867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Customer’s AWS account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9A74204-819D-487F-9399-D7D2DFDE6F88}"/>
              </a:ext>
            </a:extLst>
          </p:cNvPr>
          <p:cNvSpPr/>
          <p:nvPr/>
        </p:nvSpPr>
        <p:spPr>
          <a:xfrm>
            <a:off x="7626002" y="1340449"/>
            <a:ext cx="3324810" cy="4975683"/>
          </a:xfrm>
          <a:prstGeom prst="rect">
            <a:avLst/>
          </a:prstGeom>
          <a:noFill/>
          <a:ln w="12700">
            <a:solidFill>
              <a:srgbClr val="29B5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rgbClr val="1E8900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90" name="TextBox 17">
            <a:extLst>
              <a:ext uri="{FF2B5EF4-FFF2-40B4-BE49-F238E27FC236}">
                <a16:creationId xmlns:a16="http://schemas.microsoft.com/office/drawing/2014/main" id="{F3FDE691-5530-4C01-8954-6A8EA1286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87" y="1367517"/>
            <a:ext cx="17050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Snowflake’s AWS account</a:t>
            </a:r>
          </a:p>
        </p:txBody>
      </p:sp>
      <p:sp>
        <p:nvSpPr>
          <p:cNvPr id="93" name="Google Shape;1018;p104">
            <a:extLst>
              <a:ext uri="{FF2B5EF4-FFF2-40B4-BE49-F238E27FC236}">
                <a16:creationId xmlns:a16="http://schemas.microsoft.com/office/drawing/2014/main" id="{9B03A908-1F4E-4C37-8C64-97B8662ED8DB}"/>
              </a:ext>
            </a:extLst>
          </p:cNvPr>
          <p:cNvSpPr/>
          <p:nvPr/>
        </p:nvSpPr>
        <p:spPr>
          <a:xfrm>
            <a:off x="7667855" y="1382419"/>
            <a:ext cx="953499" cy="242743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endParaRPr sz="1351">
              <a:solidFill>
                <a:srgbClr val="FFFFFF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Arial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B6B1EA6B-813C-4FEA-B75D-1398F658EB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53399" y="3893560"/>
            <a:ext cx="249025" cy="256572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2BA20FDD-7914-4D62-BBD8-0D594D8EC72C}"/>
              </a:ext>
            </a:extLst>
          </p:cNvPr>
          <p:cNvSpPr txBox="1"/>
          <p:nvPr/>
        </p:nvSpPr>
        <p:spPr>
          <a:xfrm>
            <a:off x="9198838" y="4144904"/>
            <a:ext cx="9572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physical table</a:t>
            </a:r>
          </a:p>
        </p:txBody>
      </p:sp>
      <p:grpSp>
        <p:nvGrpSpPr>
          <p:cNvPr id="96" name="Google Shape;1258;p105">
            <a:extLst>
              <a:ext uri="{FF2B5EF4-FFF2-40B4-BE49-F238E27FC236}">
                <a16:creationId xmlns:a16="http://schemas.microsoft.com/office/drawing/2014/main" id="{733F2D4A-3D7B-4617-908F-D5A02CFF82FE}"/>
              </a:ext>
            </a:extLst>
          </p:cNvPr>
          <p:cNvGrpSpPr/>
          <p:nvPr/>
        </p:nvGrpSpPr>
        <p:grpSpPr>
          <a:xfrm>
            <a:off x="9563549" y="3296007"/>
            <a:ext cx="249025" cy="238482"/>
            <a:chOff x="3810485" y="1809745"/>
            <a:chExt cx="1524189" cy="1523998"/>
          </a:xfrm>
        </p:grpSpPr>
        <p:sp>
          <p:nvSpPr>
            <p:cNvPr id="97" name="Google Shape;1259;p105">
              <a:extLst>
                <a:ext uri="{FF2B5EF4-FFF2-40B4-BE49-F238E27FC236}">
                  <a16:creationId xmlns:a16="http://schemas.microsoft.com/office/drawing/2014/main" id="{69C59FB0-D756-4701-BA33-C0D43E7C5F6C}"/>
                </a:ext>
              </a:extLst>
            </p:cNvPr>
            <p:cNvSpPr/>
            <p:nvPr/>
          </p:nvSpPr>
          <p:spPr>
            <a:xfrm>
              <a:off x="3810485" y="1809745"/>
              <a:ext cx="1524189" cy="1523998"/>
            </a:xfrm>
            <a:custGeom>
              <a:avLst/>
              <a:gdLst/>
              <a:ahLst/>
              <a:cxnLst/>
              <a:rect l="l" t="t" r="r" b="b"/>
              <a:pathLst>
                <a:path w="1524189" h="1524000" extrusionOk="0">
                  <a:moveTo>
                    <a:pt x="143723" y="760571"/>
                  </a:moveTo>
                  <a:lnTo>
                    <a:pt x="143723" y="849630"/>
                  </a:lnTo>
                  <a:lnTo>
                    <a:pt x="30851" y="907733"/>
                  </a:lnTo>
                  <a:cubicBezTo>
                    <a:pt x="17034" y="915232"/>
                    <a:pt x="6757" y="927906"/>
                    <a:pt x="2276" y="942975"/>
                  </a:cubicBezTo>
                  <a:cubicBezTo>
                    <a:pt x="-2136" y="958987"/>
                    <a:pt x="-83" y="976084"/>
                    <a:pt x="7991" y="990600"/>
                  </a:cubicBezTo>
                  <a:lnTo>
                    <a:pt x="184680" y="1295876"/>
                  </a:lnTo>
                  <a:cubicBezTo>
                    <a:pt x="195001" y="1314345"/>
                    <a:pt x="214481" y="1325813"/>
                    <a:pt x="235639" y="1325880"/>
                  </a:cubicBezTo>
                  <a:cubicBezTo>
                    <a:pt x="245175" y="1324937"/>
                    <a:pt x="254334" y="1321670"/>
                    <a:pt x="262309" y="1316355"/>
                  </a:cubicBezTo>
                  <a:lnTo>
                    <a:pt x="369941" y="1258253"/>
                  </a:lnTo>
                  <a:cubicBezTo>
                    <a:pt x="414255" y="1296372"/>
                    <a:pt x="464222" y="1327385"/>
                    <a:pt x="518055" y="1350169"/>
                  </a:cubicBezTo>
                  <a:lnTo>
                    <a:pt x="518055" y="1464945"/>
                  </a:lnTo>
                  <a:cubicBezTo>
                    <a:pt x="518055" y="1497559"/>
                    <a:pt x="544495" y="1524000"/>
                    <a:pt x="577110" y="1524000"/>
                  </a:cubicBezTo>
                  <a:lnTo>
                    <a:pt x="932964" y="1524000"/>
                  </a:lnTo>
                  <a:cubicBezTo>
                    <a:pt x="965454" y="1523686"/>
                    <a:pt x="991705" y="1497435"/>
                    <a:pt x="992019" y="1464945"/>
                  </a:cubicBezTo>
                  <a:lnTo>
                    <a:pt x="992019" y="1350645"/>
                  </a:lnTo>
                  <a:cubicBezTo>
                    <a:pt x="1049579" y="1327299"/>
                    <a:pt x="1103595" y="1296038"/>
                    <a:pt x="1152515" y="1257776"/>
                  </a:cubicBezTo>
                  <a:lnTo>
                    <a:pt x="1261577" y="1316355"/>
                  </a:lnTo>
                  <a:cubicBezTo>
                    <a:pt x="1270340" y="1321194"/>
                    <a:pt x="1280150" y="1323804"/>
                    <a:pt x="1290152" y="1323975"/>
                  </a:cubicBezTo>
                  <a:cubicBezTo>
                    <a:pt x="1311307" y="1323908"/>
                    <a:pt x="1330785" y="1312440"/>
                    <a:pt x="1341110" y="1293971"/>
                  </a:cubicBezTo>
                  <a:lnTo>
                    <a:pt x="1517323" y="989171"/>
                  </a:lnTo>
                  <a:cubicBezTo>
                    <a:pt x="1532572" y="959663"/>
                    <a:pt x="1521600" y="923377"/>
                    <a:pt x="1492558" y="907256"/>
                  </a:cubicBezTo>
                  <a:lnTo>
                    <a:pt x="1387783" y="850106"/>
                  </a:lnTo>
                  <a:cubicBezTo>
                    <a:pt x="1390564" y="819710"/>
                    <a:pt x="1391669" y="789184"/>
                    <a:pt x="1391117" y="758666"/>
                  </a:cubicBezTo>
                  <a:cubicBezTo>
                    <a:pt x="1391117" y="727710"/>
                    <a:pt x="1391117" y="698183"/>
                    <a:pt x="1388259" y="669608"/>
                  </a:cubicBezTo>
                  <a:lnTo>
                    <a:pt x="1493034" y="610076"/>
                  </a:lnTo>
                  <a:cubicBezTo>
                    <a:pt x="1507131" y="602222"/>
                    <a:pt x="1517437" y="588992"/>
                    <a:pt x="1521609" y="573405"/>
                  </a:cubicBezTo>
                  <a:cubicBezTo>
                    <a:pt x="1525495" y="558300"/>
                    <a:pt x="1523447" y="542282"/>
                    <a:pt x="1515894" y="528638"/>
                  </a:cubicBezTo>
                  <a:lnTo>
                    <a:pt x="1339586" y="229553"/>
                  </a:lnTo>
                  <a:cubicBezTo>
                    <a:pt x="1328795" y="211445"/>
                    <a:pt x="1309230" y="200396"/>
                    <a:pt x="1288151" y="200501"/>
                  </a:cubicBezTo>
                  <a:cubicBezTo>
                    <a:pt x="1278550" y="200549"/>
                    <a:pt x="1269092" y="202831"/>
                    <a:pt x="1260529" y="207169"/>
                  </a:cubicBezTo>
                  <a:lnTo>
                    <a:pt x="1153373" y="265748"/>
                  </a:lnTo>
                  <a:cubicBezTo>
                    <a:pt x="1104586" y="226409"/>
                    <a:pt x="1050369" y="194328"/>
                    <a:pt x="992400" y="170498"/>
                  </a:cubicBezTo>
                  <a:lnTo>
                    <a:pt x="992400" y="59055"/>
                  </a:lnTo>
                  <a:cubicBezTo>
                    <a:pt x="992086" y="26422"/>
                    <a:pt x="965597" y="103"/>
                    <a:pt x="932964" y="0"/>
                  </a:cubicBezTo>
                  <a:lnTo>
                    <a:pt x="578063" y="0"/>
                  </a:lnTo>
                  <a:cubicBezTo>
                    <a:pt x="545447" y="0"/>
                    <a:pt x="519008" y="26440"/>
                    <a:pt x="519008" y="59055"/>
                  </a:cubicBezTo>
                  <a:lnTo>
                    <a:pt x="519008" y="171926"/>
                  </a:lnTo>
                  <a:cubicBezTo>
                    <a:pt x="465068" y="194861"/>
                    <a:pt x="415108" y="226207"/>
                    <a:pt x="370989" y="264795"/>
                  </a:cubicBezTo>
                  <a:lnTo>
                    <a:pt x="275739" y="208598"/>
                  </a:lnTo>
                  <a:cubicBezTo>
                    <a:pt x="266617" y="203324"/>
                    <a:pt x="256272" y="200532"/>
                    <a:pt x="245735" y="200501"/>
                  </a:cubicBezTo>
                  <a:cubicBezTo>
                    <a:pt x="224780" y="200390"/>
                    <a:pt x="205356" y="211464"/>
                    <a:pt x="194777" y="229553"/>
                  </a:cubicBezTo>
                  <a:lnTo>
                    <a:pt x="17516" y="528638"/>
                  </a:lnTo>
                  <a:cubicBezTo>
                    <a:pt x="8645" y="542864"/>
                    <a:pt x="6386" y="560241"/>
                    <a:pt x="11325" y="576263"/>
                  </a:cubicBezTo>
                  <a:cubicBezTo>
                    <a:pt x="15734" y="591608"/>
                    <a:pt x="25996" y="604608"/>
                    <a:pt x="39900" y="612458"/>
                  </a:cubicBezTo>
                  <a:lnTo>
                    <a:pt x="149438" y="674370"/>
                  </a:lnTo>
                  <a:cubicBezTo>
                    <a:pt x="146032" y="702985"/>
                    <a:pt x="144125" y="731757"/>
                    <a:pt x="143723" y="760571"/>
                  </a:cubicBezTo>
                  <a:close/>
                  <a:moveTo>
                    <a:pt x="595208" y="1250633"/>
                  </a:moveTo>
                  <a:cubicBezTo>
                    <a:pt x="536375" y="1231783"/>
                    <a:pt x="482400" y="1200236"/>
                    <a:pt x="437093" y="1158240"/>
                  </a:cubicBezTo>
                  <a:lnTo>
                    <a:pt x="414709" y="1141095"/>
                  </a:lnTo>
                  <a:cubicBezTo>
                    <a:pt x="404339" y="1132704"/>
                    <a:pt x="391380" y="1128151"/>
                    <a:pt x="378038" y="1128236"/>
                  </a:cubicBezTo>
                  <a:cubicBezTo>
                    <a:pt x="368062" y="1128160"/>
                    <a:pt x="358229" y="1130618"/>
                    <a:pt x="349463" y="1135380"/>
                  </a:cubicBezTo>
                  <a:lnTo>
                    <a:pt x="258499" y="1183005"/>
                  </a:lnTo>
                  <a:lnTo>
                    <a:pt x="139913" y="982980"/>
                  </a:lnTo>
                  <a:lnTo>
                    <a:pt x="228019" y="935355"/>
                  </a:lnTo>
                  <a:cubicBezTo>
                    <a:pt x="248702" y="925482"/>
                    <a:pt x="261729" y="904454"/>
                    <a:pt x="261356" y="881539"/>
                  </a:cubicBezTo>
                  <a:lnTo>
                    <a:pt x="261356" y="758666"/>
                  </a:lnTo>
                  <a:cubicBezTo>
                    <a:pt x="260404" y="741216"/>
                    <a:pt x="260404" y="723729"/>
                    <a:pt x="261356" y="706279"/>
                  </a:cubicBezTo>
                  <a:cubicBezTo>
                    <a:pt x="264768" y="683896"/>
                    <a:pt x="266519" y="661292"/>
                    <a:pt x="266595" y="638651"/>
                  </a:cubicBezTo>
                  <a:cubicBezTo>
                    <a:pt x="266623" y="617345"/>
                    <a:pt x="255152" y="597680"/>
                    <a:pt x="236591" y="587216"/>
                  </a:cubicBezTo>
                  <a:lnTo>
                    <a:pt x="149438" y="536734"/>
                  </a:lnTo>
                  <a:lnTo>
                    <a:pt x="265643" y="340043"/>
                  </a:lnTo>
                  <a:lnTo>
                    <a:pt x="347081" y="387668"/>
                  </a:lnTo>
                  <a:cubicBezTo>
                    <a:pt x="368544" y="400345"/>
                    <a:pt x="395679" y="398053"/>
                    <a:pt x="414709" y="381953"/>
                  </a:cubicBezTo>
                  <a:lnTo>
                    <a:pt x="419471" y="378143"/>
                  </a:lnTo>
                  <a:cubicBezTo>
                    <a:pt x="469289" y="329495"/>
                    <a:pt x="529323" y="292564"/>
                    <a:pt x="595208" y="270034"/>
                  </a:cubicBezTo>
                  <a:cubicBezTo>
                    <a:pt x="619713" y="262414"/>
                    <a:pt x="636594" y="239970"/>
                    <a:pt x="637118" y="214313"/>
                  </a:cubicBezTo>
                  <a:lnTo>
                    <a:pt x="637118" y="119063"/>
                  </a:lnTo>
                  <a:lnTo>
                    <a:pt x="875243" y="119063"/>
                  </a:lnTo>
                  <a:lnTo>
                    <a:pt x="875243" y="214313"/>
                  </a:lnTo>
                  <a:cubicBezTo>
                    <a:pt x="875260" y="240204"/>
                    <a:pt x="892010" y="263115"/>
                    <a:pt x="916676" y="270986"/>
                  </a:cubicBezTo>
                  <a:cubicBezTo>
                    <a:pt x="988314" y="294206"/>
                    <a:pt x="1054217" y="332351"/>
                    <a:pt x="1110034" y="382905"/>
                  </a:cubicBezTo>
                  <a:cubicBezTo>
                    <a:pt x="1128750" y="398690"/>
                    <a:pt x="1155239" y="401339"/>
                    <a:pt x="1176709" y="389573"/>
                  </a:cubicBezTo>
                  <a:lnTo>
                    <a:pt x="1268149" y="341948"/>
                  </a:lnTo>
                  <a:lnTo>
                    <a:pt x="1384830" y="540068"/>
                  </a:lnTo>
                  <a:lnTo>
                    <a:pt x="1294914" y="590550"/>
                  </a:lnTo>
                  <a:cubicBezTo>
                    <a:pt x="1271349" y="603669"/>
                    <a:pt x="1259910" y="631283"/>
                    <a:pt x="1267292" y="657225"/>
                  </a:cubicBezTo>
                  <a:cubicBezTo>
                    <a:pt x="1273045" y="691838"/>
                    <a:pt x="1275445" y="726926"/>
                    <a:pt x="1274435" y="762000"/>
                  </a:cubicBezTo>
                  <a:cubicBezTo>
                    <a:pt x="1275216" y="799142"/>
                    <a:pt x="1272664" y="836279"/>
                    <a:pt x="1266815" y="872966"/>
                  </a:cubicBezTo>
                  <a:cubicBezTo>
                    <a:pt x="1260729" y="898764"/>
                    <a:pt x="1272883" y="925408"/>
                    <a:pt x="1296343" y="937736"/>
                  </a:cubicBezTo>
                  <a:lnTo>
                    <a:pt x="1384449" y="985361"/>
                  </a:lnTo>
                  <a:lnTo>
                    <a:pt x="1267292" y="1187768"/>
                  </a:lnTo>
                  <a:lnTo>
                    <a:pt x="1176328" y="1140143"/>
                  </a:lnTo>
                  <a:cubicBezTo>
                    <a:pt x="1167555" y="1135390"/>
                    <a:pt x="1157726" y="1132932"/>
                    <a:pt x="1147753" y="1132999"/>
                  </a:cubicBezTo>
                  <a:cubicBezTo>
                    <a:pt x="1134494" y="1132961"/>
                    <a:pt x="1121607" y="1137314"/>
                    <a:pt x="1111082" y="1145381"/>
                  </a:cubicBezTo>
                  <a:cubicBezTo>
                    <a:pt x="1055027" y="1195159"/>
                    <a:pt x="989162" y="1232640"/>
                    <a:pt x="917724" y="1255395"/>
                  </a:cubicBezTo>
                  <a:cubicBezTo>
                    <a:pt x="892474" y="1262729"/>
                    <a:pt x="875041" y="1285780"/>
                    <a:pt x="874862" y="1312069"/>
                  </a:cubicBezTo>
                  <a:lnTo>
                    <a:pt x="874862" y="1404938"/>
                  </a:lnTo>
                  <a:lnTo>
                    <a:pt x="636737" y="1404938"/>
                  </a:lnTo>
                  <a:lnTo>
                    <a:pt x="636737" y="1309688"/>
                  </a:lnTo>
                  <a:cubicBezTo>
                    <a:pt x="637771" y="1282894"/>
                    <a:pt x="620769" y="1258719"/>
                    <a:pt x="595208" y="1250633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350"/>
              </a:pPr>
              <a:endParaRPr>
                <a:solidFill>
                  <a:schemeClr val="dk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98" name="Google Shape;1260;p105">
              <a:extLst>
                <a:ext uri="{FF2B5EF4-FFF2-40B4-BE49-F238E27FC236}">
                  <a16:creationId xmlns:a16="http://schemas.microsoft.com/office/drawing/2014/main" id="{5CEF30A7-B92C-4804-BBA2-963097A7F2D6}"/>
                </a:ext>
              </a:extLst>
            </p:cNvPr>
            <p:cNvSpPr/>
            <p:nvPr/>
          </p:nvSpPr>
          <p:spPr>
            <a:xfrm>
              <a:off x="4227956" y="2227135"/>
              <a:ext cx="689228" cy="689229"/>
            </a:xfrm>
            <a:custGeom>
              <a:avLst/>
              <a:gdLst/>
              <a:ahLst/>
              <a:cxnLst/>
              <a:rect l="l" t="t" r="r" b="b"/>
              <a:pathLst>
                <a:path w="689228" h="689229" extrusionOk="0">
                  <a:moveTo>
                    <a:pt x="344519" y="689229"/>
                  </a:moveTo>
                  <a:cubicBezTo>
                    <a:pt x="154194" y="689172"/>
                    <a:pt x="-52" y="534845"/>
                    <a:pt x="0" y="344519"/>
                  </a:cubicBezTo>
                  <a:cubicBezTo>
                    <a:pt x="52" y="154194"/>
                    <a:pt x="154384" y="-52"/>
                    <a:pt x="344710" y="0"/>
                  </a:cubicBezTo>
                  <a:cubicBezTo>
                    <a:pt x="535000" y="52"/>
                    <a:pt x="689229" y="154326"/>
                    <a:pt x="689229" y="344615"/>
                  </a:cubicBezTo>
                  <a:cubicBezTo>
                    <a:pt x="689020" y="534890"/>
                    <a:pt x="534791" y="689067"/>
                    <a:pt x="344519" y="689229"/>
                  </a:cubicBezTo>
                  <a:close/>
                  <a:moveTo>
                    <a:pt x="344519" y="108204"/>
                  </a:moveTo>
                  <a:cubicBezTo>
                    <a:pt x="213953" y="108204"/>
                    <a:pt x="108109" y="214049"/>
                    <a:pt x="108109" y="344615"/>
                  </a:cubicBezTo>
                  <a:cubicBezTo>
                    <a:pt x="108109" y="475180"/>
                    <a:pt x="213953" y="581025"/>
                    <a:pt x="344519" y="581025"/>
                  </a:cubicBezTo>
                  <a:cubicBezTo>
                    <a:pt x="475085" y="581025"/>
                    <a:pt x="580930" y="475180"/>
                    <a:pt x="580930" y="344615"/>
                  </a:cubicBezTo>
                  <a:cubicBezTo>
                    <a:pt x="580720" y="214135"/>
                    <a:pt x="474998" y="108414"/>
                    <a:pt x="344519" y="108204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350"/>
              </a:pPr>
              <a:endParaRPr>
                <a:solidFill>
                  <a:schemeClr val="dk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59251676-6B62-457E-B2F8-30F6B71E3416}"/>
              </a:ext>
            </a:extLst>
          </p:cNvPr>
          <p:cNvSpPr txBox="1"/>
          <p:nvPr/>
        </p:nvSpPr>
        <p:spPr>
          <a:xfrm>
            <a:off x="9221218" y="3503318"/>
            <a:ext cx="90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masking policies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7AFB1FB-F9AD-4824-999D-A01968C832A2}"/>
              </a:ext>
            </a:extLst>
          </p:cNvPr>
          <p:cNvSpPr txBox="1"/>
          <p:nvPr/>
        </p:nvSpPr>
        <p:spPr>
          <a:xfrm>
            <a:off x="8404652" y="2838656"/>
            <a:ext cx="17514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Customer’s database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492A7F0-7494-4058-B378-49A8AA2408B0}"/>
              </a:ext>
            </a:extLst>
          </p:cNvPr>
          <p:cNvCxnSpPr>
            <a:cxnSpLocks/>
            <a:stCxn id="215" idx="1"/>
            <a:endCxn id="214" idx="3"/>
          </p:cNvCxnSpPr>
          <p:nvPr/>
        </p:nvCxnSpPr>
        <p:spPr>
          <a:xfrm flipH="1">
            <a:off x="6033823" y="3691373"/>
            <a:ext cx="579803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oogle Shape;1258;p105">
            <a:extLst>
              <a:ext uri="{FF2B5EF4-FFF2-40B4-BE49-F238E27FC236}">
                <a16:creationId xmlns:a16="http://schemas.microsoft.com/office/drawing/2014/main" id="{FCDD8E12-E76D-4907-A3C2-4EC52017B6D4}"/>
              </a:ext>
            </a:extLst>
          </p:cNvPr>
          <p:cNvGrpSpPr/>
          <p:nvPr/>
        </p:nvGrpSpPr>
        <p:grpSpPr>
          <a:xfrm>
            <a:off x="9557117" y="4437195"/>
            <a:ext cx="249025" cy="238482"/>
            <a:chOff x="3810485" y="1809749"/>
            <a:chExt cx="1524189" cy="1524000"/>
          </a:xfrm>
        </p:grpSpPr>
        <p:sp>
          <p:nvSpPr>
            <p:cNvPr id="153" name="Google Shape;1259;p105">
              <a:extLst>
                <a:ext uri="{FF2B5EF4-FFF2-40B4-BE49-F238E27FC236}">
                  <a16:creationId xmlns:a16="http://schemas.microsoft.com/office/drawing/2014/main" id="{B39C59F0-CE8F-4CC5-9523-8568EB3E255D}"/>
                </a:ext>
              </a:extLst>
            </p:cNvPr>
            <p:cNvSpPr/>
            <p:nvPr/>
          </p:nvSpPr>
          <p:spPr>
            <a:xfrm>
              <a:off x="3810485" y="1809749"/>
              <a:ext cx="1524189" cy="1524000"/>
            </a:xfrm>
            <a:custGeom>
              <a:avLst/>
              <a:gdLst/>
              <a:ahLst/>
              <a:cxnLst/>
              <a:rect l="l" t="t" r="r" b="b"/>
              <a:pathLst>
                <a:path w="1524189" h="1524000" extrusionOk="0">
                  <a:moveTo>
                    <a:pt x="143723" y="760571"/>
                  </a:moveTo>
                  <a:lnTo>
                    <a:pt x="143723" y="849630"/>
                  </a:lnTo>
                  <a:lnTo>
                    <a:pt x="30851" y="907733"/>
                  </a:lnTo>
                  <a:cubicBezTo>
                    <a:pt x="17034" y="915232"/>
                    <a:pt x="6757" y="927906"/>
                    <a:pt x="2276" y="942975"/>
                  </a:cubicBezTo>
                  <a:cubicBezTo>
                    <a:pt x="-2136" y="958987"/>
                    <a:pt x="-83" y="976084"/>
                    <a:pt x="7991" y="990600"/>
                  </a:cubicBezTo>
                  <a:lnTo>
                    <a:pt x="184680" y="1295876"/>
                  </a:lnTo>
                  <a:cubicBezTo>
                    <a:pt x="195001" y="1314345"/>
                    <a:pt x="214481" y="1325813"/>
                    <a:pt x="235639" y="1325880"/>
                  </a:cubicBezTo>
                  <a:cubicBezTo>
                    <a:pt x="245175" y="1324937"/>
                    <a:pt x="254334" y="1321670"/>
                    <a:pt x="262309" y="1316355"/>
                  </a:cubicBezTo>
                  <a:lnTo>
                    <a:pt x="369941" y="1258253"/>
                  </a:lnTo>
                  <a:cubicBezTo>
                    <a:pt x="414255" y="1296372"/>
                    <a:pt x="464222" y="1327385"/>
                    <a:pt x="518055" y="1350169"/>
                  </a:cubicBezTo>
                  <a:lnTo>
                    <a:pt x="518055" y="1464945"/>
                  </a:lnTo>
                  <a:cubicBezTo>
                    <a:pt x="518055" y="1497559"/>
                    <a:pt x="544495" y="1524000"/>
                    <a:pt x="577110" y="1524000"/>
                  </a:cubicBezTo>
                  <a:lnTo>
                    <a:pt x="932964" y="1524000"/>
                  </a:lnTo>
                  <a:cubicBezTo>
                    <a:pt x="965454" y="1523686"/>
                    <a:pt x="991705" y="1497435"/>
                    <a:pt x="992019" y="1464945"/>
                  </a:cubicBezTo>
                  <a:lnTo>
                    <a:pt x="992019" y="1350645"/>
                  </a:lnTo>
                  <a:cubicBezTo>
                    <a:pt x="1049579" y="1327299"/>
                    <a:pt x="1103595" y="1296038"/>
                    <a:pt x="1152515" y="1257776"/>
                  </a:cubicBezTo>
                  <a:lnTo>
                    <a:pt x="1261577" y="1316355"/>
                  </a:lnTo>
                  <a:cubicBezTo>
                    <a:pt x="1270340" y="1321194"/>
                    <a:pt x="1280150" y="1323804"/>
                    <a:pt x="1290152" y="1323975"/>
                  </a:cubicBezTo>
                  <a:cubicBezTo>
                    <a:pt x="1311307" y="1323908"/>
                    <a:pt x="1330785" y="1312440"/>
                    <a:pt x="1341110" y="1293971"/>
                  </a:cubicBezTo>
                  <a:lnTo>
                    <a:pt x="1517323" y="989171"/>
                  </a:lnTo>
                  <a:cubicBezTo>
                    <a:pt x="1532572" y="959663"/>
                    <a:pt x="1521600" y="923377"/>
                    <a:pt x="1492558" y="907256"/>
                  </a:cubicBezTo>
                  <a:lnTo>
                    <a:pt x="1387783" y="850106"/>
                  </a:lnTo>
                  <a:cubicBezTo>
                    <a:pt x="1390564" y="819710"/>
                    <a:pt x="1391669" y="789184"/>
                    <a:pt x="1391117" y="758666"/>
                  </a:cubicBezTo>
                  <a:cubicBezTo>
                    <a:pt x="1391117" y="727710"/>
                    <a:pt x="1391117" y="698183"/>
                    <a:pt x="1388259" y="669608"/>
                  </a:cubicBezTo>
                  <a:lnTo>
                    <a:pt x="1493034" y="610076"/>
                  </a:lnTo>
                  <a:cubicBezTo>
                    <a:pt x="1507131" y="602222"/>
                    <a:pt x="1517437" y="588992"/>
                    <a:pt x="1521609" y="573405"/>
                  </a:cubicBezTo>
                  <a:cubicBezTo>
                    <a:pt x="1525495" y="558300"/>
                    <a:pt x="1523447" y="542282"/>
                    <a:pt x="1515894" y="528638"/>
                  </a:cubicBezTo>
                  <a:lnTo>
                    <a:pt x="1339586" y="229553"/>
                  </a:lnTo>
                  <a:cubicBezTo>
                    <a:pt x="1328795" y="211445"/>
                    <a:pt x="1309230" y="200396"/>
                    <a:pt x="1288151" y="200501"/>
                  </a:cubicBezTo>
                  <a:cubicBezTo>
                    <a:pt x="1278550" y="200549"/>
                    <a:pt x="1269092" y="202831"/>
                    <a:pt x="1260529" y="207169"/>
                  </a:cubicBezTo>
                  <a:lnTo>
                    <a:pt x="1153373" y="265748"/>
                  </a:lnTo>
                  <a:cubicBezTo>
                    <a:pt x="1104586" y="226409"/>
                    <a:pt x="1050369" y="194328"/>
                    <a:pt x="992400" y="170498"/>
                  </a:cubicBezTo>
                  <a:lnTo>
                    <a:pt x="992400" y="59055"/>
                  </a:lnTo>
                  <a:cubicBezTo>
                    <a:pt x="992086" y="26422"/>
                    <a:pt x="965597" y="103"/>
                    <a:pt x="932964" y="0"/>
                  </a:cubicBezTo>
                  <a:lnTo>
                    <a:pt x="578063" y="0"/>
                  </a:lnTo>
                  <a:cubicBezTo>
                    <a:pt x="545447" y="0"/>
                    <a:pt x="519008" y="26440"/>
                    <a:pt x="519008" y="59055"/>
                  </a:cubicBezTo>
                  <a:lnTo>
                    <a:pt x="519008" y="171926"/>
                  </a:lnTo>
                  <a:cubicBezTo>
                    <a:pt x="465068" y="194861"/>
                    <a:pt x="415108" y="226207"/>
                    <a:pt x="370989" y="264795"/>
                  </a:cubicBezTo>
                  <a:lnTo>
                    <a:pt x="275739" y="208598"/>
                  </a:lnTo>
                  <a:cubicBezTo>
                    <a:pt x="266617" y="203324"/>
                    <a:pt x="256272" y="200532"/>
                    <a:pt x="245735" y="200501"/>
                  </a:cubicBezTo>
                  <a:cubicBezTo>
                    <a:pt x="224780" y="200390"/>
                    <a:pt x="205356" y="211464"/>
                    <a:pt x="194777" y="229553"/>
                  </a:cubicBezTo>
                  <a:lnTo>
                    <a:pt x="17516" y="528638"/>
                  </a:lnTo>
                  <a:cubicBezTo>
                    <a:pt x="8645" y="542864"/>
                    <a:pt x="6386" y="560241"/>
                    <a:pt x="11325" y="576263"/>
                  </a:cubicBezTo>
                  <a:cubicBezTo>
                    <a:pt x="15734" y="591608"/>
                    <a:pt x="25996" y="604608"/>
                    <a:pt x="39900" y="612458"/>
                  </a:cubicBezTo>
                  <a:lnTo>
                    <a:pt x="149438" y="674370"/>
                  </a:lnTo>
                  <a:cubicBezTo>
                    <a:pt x="146032" y="702985"/>
                    <a:pt x="144125" y="731757"/>
                    <a:pt x="143723" y="760571"/>
                  </a:cubicBezTo>
                  <a:close/>
                  <a:moveTo>
                    <a:pt x="595208" y="1250633"/>
                  </a:moveTo>
                  <a:cubicBezTo>
                    <a:pt x="536375" y="1231783"/>
                    <a:pt x="482400" y="1200236"/>
                    <a:pt x="437093" y="1158240"/>
                  </a:cubicBezTo>
                  <a:lnTo>
                    <a:pt x="414709" y="1141095"/>
                  </a:lnTo>
                  <a:cubicBezTo>
                    <a:pt x="404339" y="1132704"/>
                    <a:pt x="391380" y="1128151"/>
                    <a:pt x="378038" y="1128236"/>
                  </a:cubicBezTo>
                  <a:cubicBezTo>
                    <a:pt x="368062" y="1128160"/>
                    <a:pt x="358229" y="1130618"/>
                    <a:pt x="349463" y="1135380"/>
                  </a:cubicBezTo>
                  <a:lnTo>
                    <a:pt x="258499" y="1183005"/>
                  </a:lnTo>
                  <a:lnTo>
                    <a:pt x="139913" y="982980"/>
                  </a:lnTo>
                  <a:lnTo>
                    <a:pt x="228019" y="935355"/>
                  </a:lnTo>
                  <a:cubicBezTo>
                    <a:pt x="248702" y="925482"/>
                    <a:pt x="261729" y="904454"/>
                    <a:pt x="261356" y="881539"/>
                  </a:cubicBezTo>
                  <a:lnTo>
                    <a:pt x="261356" y="758666"/>
                  </a:lnTo>
                  <a:cubicBezTo>
                    <a:pt x="260404" y="741216"/>
                    <a:pt x="260404" y="723729"/>
                    <a:pt x="261356" y="706279"/>
                  </a:cubicBezTo>
                  <a:cubicBezTo>
                    <a:pt x="264768" y="683896"/>
                    <a:pt x="266519" y="661292"/>
                    <a:pt x="266595" y="638651"/>
                  </a:cubicBezTo>
                  <a:cubicBezTo>
                    <a:pt x="266623" y="617345"/>
                    <a:pt x="255152" y="597680"/>
                    <a:pt x="236591" y="587216"/>
                  </a:cubicBezTo>
                  <a:lnTo>
                    <a:pt x="149438" y="536734"/>
                  </a:lnTo>
                  <a:lnTo>
                    <a:pt x="265643" y="340043"/>
                  </a:lnTo>
                  <a:lnTo>
                    <a:pt x="347081" y="387668"/>
                  </a:lnTo>
                  <a:cubicBezTo>
                    <a:pt x="368544" y="400345"/>
                    <a:pt x="395679" y="398053"/>
                    <a:pt x="414709" y="381953"/>
                  </a:cubicBezTo>
                  <a:lnTo>
                    <a:pt x="419471" y="378143"/>
                  </a:lnTo>
                  <a:cubicBezTo>
                    <a:pt x="469289" y="329495"/>
                    <a:pt x="529323" y="292564"/>
                    <a:pt x="595208" y="270034"/>
                  </a:cubicBezTo>
                  <a:cubicBezTo>
                    <a:pt x="619713" y="262414"/>
                    <a:pt x="636594" y="239970"/>
                    <a:pt x="637118" y="214313"/>
                  </a:cubicBezTo>
                  <a:lnTo>
                    <a:pt x="637118" y="119063"/>
                  </a:lnTo>
                  <a:lnTo>
                    <a:pt x="875243" y="119063"/>
                  </a:lnTo>
                  <a:lnTo>
                    <a:pt x="875243" y="214313"/>
                  </a:lnTo>
                  <a:cubicBezTo>
                    <a:pt x="875260" y="240204"/>
                    <a:pt x="892010" y="263115"/>
                    <a:pt x="916676" y="270986"/>
                  </a:cubicBezTo>
                  <a:cubicBezTo>
                    <a:pt x="988314" y="294206"/>
                    <a:pt x="1054217" y="332351"/>
                    <a:pt x="1110034" y="382905"/>
                  </a:cubicBezTo>
                  <a:cubicBezTo>
                    <a:pt x="1128750" y="398690"/>
                    <a:pt x="1155239" y="401339"/>
                    <a:pt x="1176709" y="389573"/>
                  </a:cubicBezTo>
                  <a:lnTo>
                    <a:pt x="1268149" y="341948"/>
                  </a:lnTo>
                  <a:lnTo>
                    <a:pt x="1384830" y="540068"/>
                  </a:lnTo>
                  <a:lnTo>
                    <a:pt x="1294914" y="590550"/>
                  </a:lnTo>
                  <a:cubicBezTo>
                    <a:pt x="1271349" y="603669"/>
                    <a:pt x="1259910" y="631283"/>
                    <a:pt x="1267292" y="657225"/>
                  </a:cubicBezTo>
                  <a:cubicBezTo>
                    <a:pt x="1273045" y="691838"/>
                    <a:pt x="1275445" y="726926"/>
                    <a:pt x="1274435" y="762000"/>
                  </a:cubicBezTo>
                  <a:cubicBezTo>
                    <a:pt x="1275216" y="799142"/>
                    <a:pt x="1272664" y="836279"/>
                    <a:pt x="1266815" y="872966"/>
                  </a:cubicBezTo>
                  <a:cubicBezTo>
                    <a:pt x="1260729" y="898764"/>
                    <a:pt x="1272883" y="925408"/>
                    <a:pt x="1296343" y="937736"/>
                  </a:cubicBezTo>
                  <a:lnTo>
                    <a:pt x="1384449" y="985361"/>
                  </a:lnTo>
                  <a:lnTo>
                    <a:pt x="1267292" y="1187768"/>
                  </a:lnTo>
                  <a:lnTo>
                    <a:pt x="1176328" y="1140143"/>
                  </a:lnTo>
                  <a:cubicBezTo>
                    <a:pt x="1167555" y="1135390"/>
                    <a:pt x="1157726" y="1132932"/>
                    <a:pt x="1147753" y="1132999"/>
                  </a:cubicBezTo>
                  <a:cubicBezTo>
                    <a:pt x="1134494" y="1132961"/>
                    <a:pt x="1121607" y="1137314"/>
                    <a:pt x="1111082" y="1145381"/>
                  </a:cubicBezTo>
                  <a:cubicBezTo>
                    <a:pt x="1055027" y="1195159"/>
                    <a:pt x="989162" y="1232640"/>
                    <a:pt x="917724" y="1255395"/>
                  </a:cubicBezTo>
                  <a:cubicBezTo>
                    <a:pt x="892474" y="1262729"/>
                    <a:pt x="875041" y="1285780"/>
                    <a:pt x="874862" y="1312069"/>
                  </a:cubicBezTo>
                  <a:lnTo>
                    <a:pt x="874862" y="1404938"/>
                  </a:lnTo>
                  <a:lnTo>
                    <a:pt x="636737" y="1404938"/>
                  </a:lnTo>
                  <a:lnTo>
                    <a:pt x="636737" y="1309688"/>
                  </a:lnTo>
                  <a:cubicBezTo>
                    <a:pt x="637771" y="1282894"/>
                    <a:pt x="620769" y="1258719"/>
                    <a:pt x="595208" y="1250633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350"/>
              </a:pPr>
              <a:endParaRPr>
                <a:solidFill>
                  <a:schemeClr val="dk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154" name="Google Shape;1260;p105">
              <a:extLst>
                <a:ext uri="{FF2B5EF4-FFF2-40B4-BE49-F238E27FC236}">
                  <a16:creationId xmlns:a16="http://schemas.microsoft.com/office/drawing/2014/main" id="{316B0C37-3011-4D9A-93AF-45D1B97D24DC}"/>
                </a:ext>
              </a:extLst>
            </p:cNvPr>
            <p:cNvSpPr/>
            <p:nvPr/>
          </p:nvSpPr>
          <p:spPr>
            <a:xfrm>
              <a:off x="4227956" y="2227135"/>
              <a:ext cx="689228" cy="689229"/>
            </a:xfrm>
            <a:custGeom>
              <a:avLst/>
              <a:gdLst/>
              <a:ahLst/>
              <a:cxnLst/>
              <a:rect l="l" t="t" r="r" b="b"/>
              <a:pathLst>
                <a:path w="689228" h="689229" extrusionOk="0">
                  <a:moveTo>
                    <a:pt x="344519" y="689229"/>
                  </a:moveTo>
                  <a:cubicBezTo>
                    <a:pt x="154194" y="689172"/>
                    <a:pt x="-52" y="534845"/>
                    <a:pt x="0" y="344519"/>
                  </a:cubicBezTo>
                  <a:cubicBezTo>
                    <a:pt x="52" y="154194"/>
                    <a:pt x="154384" y="-52"/>
                    <a:pt x="344710" y="0"/>
                  </a:cubicBezTo>
                  <a:cubicBezTo>
                    <a:pt x="535000" y="52"/>
                    <a:pt x="689229" y="154326"/>
                    <a:pt x="689229" y="344615"/>
                  </a:cubicBezTo>
                  <a:cubicBezTo>
                    <a:pt x="689020" y="534890"/>
                    <a:pt x="534791" y="689067"/>
                    <a:pt x="344519" y="689229"/>
                  </a:cubicBezTo>
                  <a:close/>
                  <a:moveTo>
                    <a:pt x="344519" y="108204"/>
                  </a:moveTo>
                  <a:cubicBezTo>
                    <a:pt x="213953" y="108204"/>
                    <a:pt x="108109" y="214049"/>
                    <a:pt x="108109" y="344615"/>
                  </a:cubicBezTo>
                  <a:cubicBezTo>
                    <a:pt x="108109" y="475180"/>
                    <a:pt x="213953" y="581025"/>
                    <a:pt x="344519" y="581025"/>
                  </a:cubicBezTo>
                  <a:cubicBezTo>
                    <a:pt x="475085" y="581025"/>
                    <a:pt x="580930" y="475180"/>
                    <a:pt x="580930" y="344615"/>
                  </a:cubicBezTo>
                  <a:cubicBezTo>
                    <a:pt x="580720" y="214135"/>
                    <a:pt x="474998" y="108414"/>
                    <a:pt x="344519" y="108204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350"/>
              </a:pPr>
              <a:endParaRPr dirty="0">
                <a:solidFill>
                  <a:schemeClr val="dk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F82F048C-2760-4367-8E39-E41876DFC098}"/>
              </a:ext>
            </a:extLst>
          </p:cNvPr>
          <p:cNvSpPr txBox="1"/>
          <p:nvPr/>
        </p:nvSpPr>
        <p:spPr>
          <a:xfrm>
            <a:off x="9209579" y="4650619"/>
            <a:ext cx="952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standard view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CF07F6B7-5A83-4D5D-AC6C-96E6721E74CB}"/>
              </a:ext>
            </a:extLst>
          </p:cNvPr>
          <p:cNvSpPr/>
          <p:nvPr/>
        </p:nvSpPr>
        <p:spPr>
          <a:xfrm>
            <a:off x="4256426" y="1569301"/>
            <a:ext cx="714743" cy="357047"/>
          </a:xfrm>
          <a:prstGeom prst="rect">
            <a:avLst/>
          </a:prstGeom>
          <a:noFill/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Data lake</a:t>
            </a:r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52D312CE-519B-4EE9-8435-FE8A03B9F19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3826" y="4429529"/>
            <a:ext cx="249025" cy="256572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FBCFEC6C-E845-47A0-AEB8-A3B39057C481}"/>
              </a:ext>
            </a:extLst>
          </p:cNvPr>
          <p:cNvSpPr txBox="1"/>
          <p:nvPr/>
        </p:nvSpPr>
        <p:spPr>
          <a:xfrm>
            <a:off x="8340442" y="4661747"/>
            <a:ext cx="9572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API integration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C5C31656-245B-4B80-8FD2-F28977F234F8}"/>
              </a:ext>
            </a:extLst>
          </p:cNvPr>
          <p:cNvCxnSpPr>
            <a:cxnSpLocks/>
          </p:cNvCxnSpPr>
          <p:nvPr/>
        </p:nvCxnSpPr>
        <p:spPr>
          <a:xfrm>
            <a:off x="8809432" y="3928309"/>
            <a:ext cx="0" cy="45720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" name="Google Shape;1572;p118">
            <a:extLst>
              <a:ext uri="{FF2B5EF4-FFF2-40B4-BE49-F238E27FC236}">
                <a16:creationId xmlns:a16="http://schemas.microsoft.com/office/drawing/2014/main" id="{2B7B7625-415A-4421-881A-9A850BCFFC40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665462" y="3292561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TextBox 165">
            <a:extLst>
              <a:ext uri="{FF2B5EF4-FFF2-40B4-BE49-F238E27FC236}">
                <a16:creationId xmlns:a16="http://schemas.microsoft.com/office/drawing/2014/main" id="{5D6E5904-0211-445E-8B0D-03CE90761FD5}"/>
              </a:ext>
            </a:extLst>
          </p:cNvPr>
          <p:cNvSpPr txBox="1"/>
          <p:nvPr/>
        </p:nvSpPr>
        <p:spPr>
          <a:xfrm>
            <a:off x="8088743" y="2285868"/>
            <a:ext cx="1244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virtual warehouse</a:t>
            </a:r>
            <a:b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sz="8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ingestion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2ED44A0-4E27-4F9B-A35F-50BFBD777BFC}"/>
              </a:ext>
            </a:extLst>
          </p:cNvPr>
          <p:cNvSpPr txBox="1"/>
          <p:nvPr/>
        </p:nvSpPr>
        <p:spPr>
          <a:xfrm>
            <a:off x="7496968" y="3865197"/>
            <a:ext cx="928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virtual warehouse</a:t>
            </a:r>
            <a:b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sz="8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tokenization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ADD9714-F799-4213-BE16-BF480C601B22}"/>
              </a:ext>
            </a:extLst>
          </p:cNvPr>
          <p:cNvSpPr txBox="1"/>
          <p:nvPr/>
        </p:nvSpPr>
        <p:spPr>
          <a:xfrm>
            <a:off x="10141208" y="3890479"/>
            <a:ext cx="81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virtual warehouse</a:t>
            </a:r>
            <a:b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sz="8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SQL</a:t>
            </a:r>
            <a:endParaRPr lang="en-US" sz="8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98" name="TextBox 29">
            <a:extLst>
              <a:ext uri="{FF2B5EF4-FFF2-40B4-BE49-F238E27FC236}">
                <a16:creationId xmlns:a16="http://schemas.microsoft.com/office/drawing/2014/main" id="{66FEEC42-AB95-48E5-A0E8-2A7991D92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1930" y="5770674"/>
            <a:ext cx="168592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8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sz="900" dirty="0">
                <a:latin typeface="Amazon Ember" panose="020B0603020204020204" pitchFamily="34" charset="0"/>
                <a:cs typeface="Amazon Ember" panose="020B0603020204020204" pitchFamily="34" charset="0"/>
              </a:rPr>
              <a:t>trusted role</a:t>
            </a:r>
          </a:p>
        </p:txBody>
      </p:sp>
      <p:sp>
        <p:nvSpPr>
          <p:cNvPr id="203" name="TextBox 17">
            <a:extLst>
              <a:ext uri="{FF2B5EF4-FFF2-40B4-BE49-F238E27FC236}">
                <a16:creationId xmlns:a16="http://schemas.microsoft.com/office/drawing/2014/main" id="{9ED0F945-4A67-467E-86C7-2DF87EB59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400" y="1261749"/>
            <a:ext cx="11857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On-premises data sources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DB11010-4255-4BDA-9CB1-4A4550732777}"/>
              </a:ext>
            </a:extLst>
          </p:cNvPr>
          <p:cNvSpPr/>
          <p:nvPr/>
        </p:nvSpPr>
        <p:spPr>
          <a:xfrm>
            <a:off x="2249383" y="916020"/>
            <a:ext cx="9084685" cy="5483000"/>
          </a:xfrm>
          <a:prstGeom prst="rect">
            <a:avLst/>
          </a:prstGeom>
          <a:noFill/>
          <a:ln w="12700">
            <a:solidFill>
              <a:srgbClr val="141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205" name="Graphic 204">
            <a:extLst>
              <a:ext uri="{FF2B5EF4-FFF2-40B4-BE49-F238E27FC236}">
                <a16:creationId xmlns:a16="http://schemas.microsoft.com/office/drawing/2014/main" id="{0A3C5A8C-4057-4822-9286-85CFF001674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764293" y="1259403"/>
            <a:ext cx="365760" cy="365760"/>
          </a:xfrm>
          <a:prstGeom prst="rect">
            <a:avLst/>
          </a:prstGeom>
        </p:spPr>
      </p:pic>
      <p:pic>
        <p:nvPicPr>
          <p:cNvPr id="206" name="Graphic 21">
            <a:extLst>
              <a:ext uri="{FF2B5EF4-FFF2-40B4-BE49-F238E27FC236}">
                <a16:creationId xmlns:a16="http://schemas.microsoft.com/office/drawing/2014/main" id="{53D5890A-69E8-4685-BD16-270836B7A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2838138" y="189150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" name="TextBox 21">
            <a:extLst>
              <a:ext uri="{FF2B5EF4-FFF2-40B4-BE49-F238E27FC236}">
                <a16:creationId xmlns:a16="http://schemas.microsoft.com/office/drawing/2014/main" id="{732CD11A-A088-40C5-B9F3-F0B8729F7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9115" y="944966"/>
            <a:ext cx="102565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Cloud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315B7DB6-6D8C-4B22-87B2-431F3045E52E}"/>
              </a:ext>
            </a:extLst>
          </p:cNvPr>
          <p:cNvSpPr/>
          <p:nvPr/>
        </p:nvSpPr>
        <p:spPr>
          <a:xfrm>
            <a:off x="2409056" y="1340450"/>
            <a:ext cx="5059315" cy="4975682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66F20109-E76A-423F-A30D-CCFC924911A9}"/>
              </a:ext>
            </a:extLst>
          </p:cNvPr>
          <p:cNvSpPr/>
          <p:nvPr/>
        </p:nvSpPr>
        <p:spPr>
          <a:xfrm>
            <a:off x="3449313" y="1618372"/>
            <a:ext cx="2380099" cy="1204038"/>
          </a:xfrm>
          <a:prstGeom prst="rect">
            <a:avLst/>
          </a:prstGeom>
          <a:noFill/>
          <a:ln w="15875">
            <a:solidFill>
              <a:srgbClr val="7D899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0" name="Graphic 8">
            <a:extLst>
              <a:ext uri="{FF2B5EF4-FFF2-40B4-BE49-F238E27FC236}">
                <a16:creationId xmlns:a16="http://schemas.microsoft.com/office/drawing/2014/main" id="{91E4129E-6335-4E68-B110-EC8CDBA0F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3766612" y="188493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1" name="Graphic 8">
            <a:extLst>
              <a:ext uri="{FF2B5EF4-FFF2-40B4-BE49-F238E27FC236}">
                <a16:creationId xmlns:a16="http://schemas.microsoft.com/office/drawing/2014/main" id="{23F357D7-4C63-4702-9FC0-CE6085C95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4970168" y="188429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2" name="Graphic 13">
            <a:extLst>
              <a:ext uri="{FF2B5EF4-FFF2-40B4-BE49-F238E27FC236}">
                <a16:creationId xmlns:a16="http://schemas.microsoft.com/office/drawing/2014/main" id="{B8641778-6BF5-4DFF-9BA7-DEAF5F492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4387317" y="525150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3" name="Graphic 13">
            <a:extLst>
              <a:ext uri="{FF2B5EF4-FFF2-40B4-BE49-F238E27FC236}">
                <a16:creationId xmlns:a16="http://schemas.microsoft.com/office/drawing/2014/main" id="{689A1598-C247-40C6-A287-483E82E6E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4390833" y="371629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" name="Graphic 13">
            <a:extLst>
              <a:ext uri="{FF2B5EF4-FFF2-40B4-BE49-F238E27FC236}">
                <a16:creationId xmlns:a16="http://schemas.microsoft.com/office/drawing/2014/main" id="{A3202A1D-3A10-4176-802E-0E95C5342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5576623" y="347544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" name="Graphic 17">
            <a:extLst>
              <a:ext uri="{FF2B5EF4-FFF2-40B4-BE49-F238E27FC236}">
                <a16:creationId xmlns:a16="http://schemas.microsoft.com/office/drawing/2014/main" id="{BC87E7E3-EA7A-4CA8-B13E-796CDE880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6613626" y="346277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6" name="Graphic 215">
            <a:extLst>
              <a:ext uri="{FF2B5EF4-FFF2-40B4-BE49-F238E27FC236}">
                <a16:creationId xmlns:a16="http://schemas.microsoft.com/office/drawing/2014/main" id="{3374EA49-EA95-4A2B-A2F3-979465B786F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06814" y="5398657"/>
            <a:ext cx="457200" cy="457200"/>
          </a:xfrm>
          <a:prstGeom prst="rect">
            <a:avLst/>
          </a:prstGeom>
        </p:spPr>
      </p:pic>
      <p:sp>
        <p:nvSpPr>
          <p:cNvPr id="217" name="Rectangle 216">
            <a:extLst>
              <a:ext uri="{FF2B5EF4-FFF2-40B4-BE49-F238E27FC236}">
                <a16:creationId xmlns:a16="http://schemas.microsoft.com/office/drawing/2014/main" id="{348D4A7B-A333-4928-A12B-CDD928A54492}"/>
              </a:ext>
            </a:extLst>
          </p:cNvPr>
          <p:cNvSpPr/>
          <p:nvPr/>
        </p:nvSpPr>
        <p:spPr>
          <a:xfrm>
            <a:off x="3449313" y="2922131"/>
            <a:ext cx="3870353" cy="3225249"/>
          </a:xfrm>
          <a:prstGeom prst="rect">
            <a:avLst/>
          </a:prstGeom>
          <a:noFill/>
          <a:ln w="15875">
            <a:solidFill>
              <a:srgbClr val="7D899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E9AE388-D3DC-4185-BEAA-48D764CE9471}"/>
              </a:ext>
            </a:extLst>
          </p:cNvPr>
          <p:cNvCxnSpPr>
            <a:cxnSpLocks/>
            <a:stCxn id="212" idx="0"/>
            <a:endCxn id="54" idx="2"/>
          </p:cNvCxnSpPr>
          <p:nvPr/>
        </p:nvCxnSpPr>
        <p:spPr>
          <a:xfrm rot="5400000" flipH="1" flipV="1">
            <a:off x="4247586" y="4880858"/>
            <a:ext cx="741303" cy="0"/>
          </a:xfrm>
          <a:prstGeom prst="bentConnector3">
            <a:avLst>
              <a:gd name="adj1" fmla="val 50000"/>
            </a:avLst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: Elbow 217">
            <a:extLst>
              <a:ext uri="{FF2B5EF4-FFF2-40B4-BE49-F238E27FC236}">
                <a16:creationId xmlns:a16="http://schemas.microsoft.com/office/drawing/2014/main" id="{0DC8866E-73B8-43D0-8342-1530781DCB49}"/>
              </a:ext>
            </a:extLst>
          </p:cNvPr>
          <p:cNvCxnSpPr>
            <a:cxnSpLocks/>
            <a:stCxn id="210" idx="3"/>
            <a:endCxn id="213" idx="0"/>
          </p:cNvCxnSpPr>
          <p:nvPr/>
        </p:nvCxnSpPr>
        <p:spPr>
          <a:xfrm>
            <a:off x="4223812" y="2113537"/>
            <a:ext cx="365760" cy="1602757"/>
          </a:xfrm>
          <a:prstGeom prst="bentConnector2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00F3D02E-FF04-4108-963F-8BBC429A2E9C}"/>
              </a:ext>
            </a:extLst>
          </p:cNvPr>
          <p:cNvCxnSpPr>
            <a:cxnSpLocks/>
            <a:endCxn id="211" idx="1"/>
          </p:cNvCxnSpPr>
          <p:nvPr/>
        </p:nvCxnSpPr>
        <p:spPr>
          <a:xfrm rot="5400000" flipH="1" flipV="1">
            <a:off x="4016093" y="2759019"/>
            <a:ext cx="1600200" cy="307949"/>
          </a:xfrm>
          <a:prstGeom prst="bentConnector2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Rounded Rectangle 147">
            <a:extLst>
              <a:ext uri="{FF2B5EF4-FFF2-40B4-BE49-F238E27FC236}">
                <a16:creationId xmlns:a16="http://schemas.microsoft.com/office/drawing/2014/main" id="{3B42D56F-B7BE-4C1E-B713-B5FCDE5D1E60}"/>
              </a:ext>
            </a:extLst>
          </p:cNvPr>
          <p:cNvSpPr/>
          <p:nvPr/>
        </p:nvSpPr>
        <p:spPr>
          <a:xfrm>
            <a:off x="4170919" y="3454241"/>
            <a:ext cx="269822" cy="276411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</a:t>
            </a:r>
          </a:p>
        </p:txBody>
      </p:sp>
      <p:sp>
        <p:nvSpPr>
          <p:cNvPr id="222" name="Rounded Rectangle 147">
            <a:extLst>
              <a:ext uri="{FF2B5EF4-FFF2-40B4-BE49-F238E27FC236}">
                <a16:creationId xmlns:a16="http://schemas.microsoft.com/office/drawing/2014/main" id="{4AFD85EC-0E55-40E5-AAD9-BA8D5E681895}"/>
              </a:ext>
            </a:extLst>
          </p:cNvPr>
          <p:cNvSpPr/>
          <p:nvPr/>
        </p:nvSpPr>
        <p:spPr>
          <a:xfrm>
            <a:off x="4710733" y="4726568"/>
            <a:ext cx="269822" cy="276411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3</a:t>
            </a:r>
          </a:p>
        </p:txBody>
      </p:sp>
      <p:sp>
        <p:nvSpPr>
          <p:cNvPr id="223" name="Rounded Rectangle 147">
            <a:extLst>
              <a:ext uri="{FF2B5EF4-FFF2-40B4-BE49-F238E27FC236}">
                <a16:creationId xmlns:a16="http://schemas.microsoft.com/office/drawing/2014/main" id="{8E80D71F-8D05-420B-977C-872215DC301D}"/>
              </a:ext>
            </a:extLst>
          </p:cNvPr>
          <p:cNvSpPr/>
          <p:nvPr/>
        </p:nvSpPr>
        <p:spPr>
          <a:xfrm>
            <a:off x="5465270" y="1776289"/>
            <a:ext cx="269822" cy="276411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4</a:t>
            </a:r>
          </a:p>
        </p:txBody>
      </p:sp>
      <p:sp>
        <p:nvSpPr>
          <p:cNvPr id="224" name="Rounded Rectangle 147">
            <a:extLst>
              <a:ext uri="{FF2B5EF4-FFF2-40B4-BE49-F238E27FC236}">
                <a16:creationId xmlns:a16="http://schemas.microsoft.com/office/drawing/2014/main" id="{66CE9F27-66A8-464A-945E-5A0D262A2C70}"/>
              </a:ext>
            </a:extLst>
          </p:cNvPr>
          <p:cNvSpPr/>
          <p:nvPr/>
        </p:nvSpPr>
        <p:spPr>
          <a:xfrm>
            <a:off x="8964012" y="1824914"/>
            <a:ext cx="269822" cy="276411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5</a:t>
            </a:r>
          </a:p>
        </p:txBody>
      </p:sp>
      <p:sp>
        <p:nvSpPr>
          <p:cNvPr id="225" name="Rounded Rectangle 147">
            <a:extLst>
              <a:ext uri="{FF2B5EF4-FFF2-40B4-BE49-F238E27FC236}">
                <a16:creationId xmlns:a16="http://schemas.microsoft.com/office/drawing/2014/main" id="{5FFD2332-BFC1-45A4-87B1-37E3BCC85966}"/>
              </a:ext>
            </a:extLst>
          </p:cNvPr>
          <p:cNvSpPr/>
          <p:nvPr/>
        </p:nvSpPr>
        <p:spPr>
          <a:xfrm>
            <a:off x="10997815" y="3396184"/>
            <a:ext cx="269822" cy="276411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6</a:t>
            </a:r>
          </a:p>
        </p:txBody>
      </p:sp>
      <p:sp>
        <p:nvSpPr>
          <p:cNvPr id="226" name="Rounded Rectangle 147">
            <a:extLst>
              <a:ext uri="{FF2B5EF4-FFF2-40B4-BE49-F238E27FC236}">
                <a16:creationId xmlns:a16="http://schemas.microsoft.com/office/drawing/2014/main" id="{FA04F9DC-F41F-459F-B95E-F2F11641BFC2}"/>
              </a:ext>
            </a:extLst>
          </p:cNvPr>
          <p:cNvSpPr/>
          <p:nvPr/>
        </p:nvSpPr>
        <p:spPr>
          <a:xfrm>
            <a:off x="6108762" y="3332214"/>
            <a:ext cx="269822" cy="276411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7</a:t>
            </a:r>
          </a:p>
        </p:txBody>
      </p:sp>
      <p:cxnSp>
        <p:nvCxnSpPr>
          <p:cNvPr id="227" name="Connector: Elbow 226">
            <a:extLst>
              <a:ext uri="{FF2B5EF4-FFF2-40B4-BE49-F238E27FC236}">
                <a16:creationId xmlns:a16="http://schemas.microsoft.com/office/drawing/2014/main" id="{D04BD7A6-EEAD-4760-9F39-9A8A31E1F78F}"/>
              </a:ext>
            </a:extLst>
          </p:cNvPr>
          <p:cNvCxnSpPr>
            <a:cxnSpLocks/>
            <a:stCxn id="211" idx="3"/>
          </p:cNvCxnSpPr>
          <p:nvPr/>
        </p:nvCxnSpPr>
        <p:spPr>
          <a:xfrm>
            <a:off x="5427368" y="2112893"/>
            <a:ext cx="3018358" cy="0"/>
          </a:xfrm>
          <a:prstGeom prst="bentConnector3">
            <a:avLst>
              <a:gd name="adj1" fmla="val 50000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" name="Google Shape;2236;p122">
            <a:extLst>
              <a:ext uri="{FF2B5EF4-FFF2-40B4-BE49-F238E27FC236}">
                <a16:creationId xmlns:a16="http://schemas.microsoft.com/office/drawing/2014/main" id="{C7EB510F-BEEB-485A-AAFC-81AE6AF92117}"/>
              </a:ext>
            </a:extLst>
          </p:cNvPr>
          <p:cNvGrpSpPr/>
          <p:nvPr/>
        </p:nvGrpSpPr>
        <p:grpSpPr>
          <a:xfrm>
            <a:off x="8498793" y="1948685"/>
            <a:ext cx="365760" cy="365760"/>
            <a:chOff x="5878707" y="747121"/>
            <a:chExt cx="3883818" cy="3886674"/>
          </a:xfrm>
        </p:grpSpPr>
        <p:sp>
          <p:nvSpPr>
            <p:cNvPr id="254" name="Google Shape;2237;p122">
              <a:extLst>
                <a:ext uri="{FF2B5EF4-FFF2-40B4-BE49-F238E27FC236}">
                  <a16:creationId xmlns:a16="http://schemas.microsoft.com/office/drawing/2014/main" id="{6F683DA6-5E24-420E-99A9-920D4BCBC481}"/>
                </a:ext>
              </a:extLst>
            </p:cNvPr>
            <p:cNvSpPr/>
            <p:nvPr/>
          </p:nvSpPr>
          <p:spPr>
            <a:xfrm>
              <a:off x="6934812" y="1803902"/>
              <a:ext cx="1773206" cy="1773209"/>
            </a:xfrm>
            <a:custGeom>
              <a:avLst/>
              <a:gdLst/>
              <a:ahLst/>
              <a:cxnLst/>
              <a:rect l="l" t="t" r="r" b="b"/>
              <a:pathLst>
                <a:path w="1773206" h="1773209" extrusionOk="0">
                  <a:moveTo>
                    <a:pt x="1716484" y="765933"/>
                  </a:moveTo>
                  <a:lnTo>
                    <a:pt x="1506687" y="886605"/>
                  </a:lnTo>
                  <a:lnTo>
                    <a:pt x="1716484" y="1006991"/>
                  </a:lnTo>
                  <a:cubicBezTo>
                    <a:pt x="1769704" y="1036551"/>
                    <a:pt x="1788878" y="1103652"/>
                    <a:pt x="1759318" y="1156862"/>
                  </a:cubicBezTo>
                  <a:cubicBezTo>
                    <a:pt x="1729768" y="1210081"/>
                    <a:pt x="1662667" y="1229255"/>
                    <a:pt x="1609448" y="1199705"/>
                  </a:cubicBezTo>
                  <a:cubicBezTo>
                    <a:pt x="1608279" y="1199049"/>
                    <a:pt x="1607120" y="1198384"/>
                    <a:pt x="1605980" y="1197691"/>
                  </a:cubicBezTo>
                  <a:lnTo>
                    <a:pt x="1230282" y="981812"/>
                  </a:lnTo>
                  <a:cubicBezTo>
                    <a:pt x="1177623" y="951596"/>
                    <a:pt x="1159428" y="884400"/>
                    <a:pt x="1189653" y="831742"/>
                  </a:cubicBezTo>
                  <a:cubicBezTo>
                    <a:pt x="1199354" y="814838"/>
                    <a:pt x="1213378" y="800814"/>
                    <a:pt x="1230282" y="791112"/>
                  </a:cubicBezTo>
                  <a:lnTo>
                    <a:pt x="1605980" y="575329"/>
                  </a:lnTo>
                  <a:cubicBezTo>
                    <a:pt x="1658800" y="544971"/>
                    <a:pt x="1726224" y="562919"/>
                    <a:pt x="1756962" y="615521"/>
                  </a:cubicBezTo>
                  <a:cubicBezTo>
                    <a:pt x="1787377" y="667761"/>
                    <a:pt x="1769684" y="734777"/>
                    <a:pt x="1717444" y="765192"/>
                  </a:cubicBezTo>
                  <a:cubicBezTo>
                    <a:pt x="1717121" y="765372"/>
                    <a:pt x="1716808" y="765562"/>
                    <a:pt x="1716484" y="765743"/>
                  </a:cubicBezTo>
                  <a:close/>
                  <a:moveTo>
                    <a:pt x="1517899" y="1351048"/>
                  </a:moveTo>
                  <a:lnTo>
                    <a:pt x="1142296" y="1135455"/>
                  </a:lnTo>
                  <a:cubicBezTo>
                    <a:pt x="1089068" y="1104964"/>
                    <a:pt x="1021197" y="1123397"/>
                    <a:pt x="990706" y="1176625"/>
                  </a:cubicBezTo>
                  <a:cubicBezTo>
                    <a:pt x="981299" y="1193026"/>
                    <a:pt x="976244" y="1211563"/>
                    <a:pt x="976016" y="1230472"/>
                  </a:cubicBezTo>
                  <a:lnTo>
                    <a:pt x="976016" y="1662040"/>
                  </a:lnTo>
                  <a:cubicBezTo>
                    <a:pt x="977802" y="1723098"/>
                    <a:pt x="1028751" y="1771138"/>
                    <a:pt x="1089809" y="1769352"/>
                  </a:cubicBezTo>
                  <a:cubicBezTo>
                    <a:pt x="1148349" y="1767632"/>
                    <a:pt x="1195401" y="1720579"/>
                    <a:pt x="1197121" y="1662040"/>
                  </a:cubicBezTo>
                  <a:lnTo>
                    <a:pt x="1197121" y="1420696"/>
                  </a:lnTo>
                  <a:lnTo>
                    <a:pt x="1407489" y="1541463"/>
                  </a:lnTo>
                  <a:cubicBezTo>
                    <a:pt x="1459311" y="1573408"/>
                    <a:pt x="1527210" y="1557293"/>
                    <a:pt x="1559155" y="1505480"/>
                  </a:cubicBezTo>
                  <a:cubicBezTo>
                    <a:pt x="1591100" y="1453658"/>
                    <a:pt x="1574985" y="1385758"/>
                    <a:pt x="1523172" y="1353813"/>
                  </a:cubicBezTo>
                  <a:cubicBezTo>
                    <a:pt x="1521443" y="1352749"/>
                    <a:pt x="1519685" y="1351732"/>
                    <a:pt x="1517899" y="1350763"/>
                  </a:cubicBezTo>
                  <a:close/>
                  <a:moveTo>
                    <a:pt x="1084526" y="929077"/>
                  </a:moveTo>
                  <a:lnTo>
                    <a:pt x="928318" y="1084335"/>
                  </a:lnTo>
                  <a:cubicBezTo>
                    <a:pt x="922958" y="1089295"/>
                    <a:pt x="916032" y="1092222"/>
                    <a:pt x="908744" y="1092602"/>
                  </a:cubicBezTo>
                  <a:lnTo>
                    <a:pt x="863231" y="1092602"/>
                  </a:lnTo>
                  <a:cubicBezTo>
                    <a:pt x="855914" y="1092193"/>
                    <a:pt x="848969" y="1089267"/>
                    <a:pt x="843562" y="1084335"/>
                  </a:cubicBezTo>
                  <a:lnTo>
                    <a:pt x="687164" y="929077"/>
                  </a:lnTo>
                  <a:cubicBezTo>
                    <a:pt x="682394" y="923842"/>
                    <a:pt x="679544" y="917143"/>
                    <a:pt x="679088" y="910074"/>
                  </a:cubicBezTo>
                  <a:lnTo>
                    <a:pt x="679088" y="864276"/>
                  </a:lnTo>
                  <a:cubicBezTo>
                    <a:pt x="679439" y="857016"/>
                    <a:pt x="682290" y="850099"/>
                    <a:pt x="687164" y="844702"/>
                  </a:cubicBezTo>
                  <a:lnTo>
                    <a:pt x="843182" y="689539"/>
                  </a:lnTo>
                  <a:cubicBezTo>
                    <a:pt x="848598" y="684627"/>
                    <a:pt x="855553" y="681748"/>
                    <a:pt x="862851" y="681368"/>
                  </a:cubicBezTo>
                  <a:lnTo>
                    <a:pt x="908744" y="681368"/>
                  </a:lnTo>
                  <a:cubicBezTo>
                    <a:pt x="916022" y="681729"/>
                    <a:pt x="922949" y="684617"/>
                    <a:pt x="928318" y="689539"/>
                  </a:cubicBezTo>
                  <a:lnTo>
                    <a:pt x="1084526" y="844702"/>
                  </a:lnTo>
                  <a:cubicBezTo>
                    <a:pt x="1089334" y="850128"/>
                    <a:pt x="1092146" y="857035"/>
                    <a:pt x="1092507" y="864276"/>
                  </a:cubicBezTo>
                  <a:lnTo>
                    <a:pt x="1092507" y="910074"/>
                  </a:lnTo>
                  <a:cubicBezTo>
                    <a:pt x="1092041" y="917124"/>
                    <a:pt x="1089229" y="923813"/>
                    <a:pt x="1084526" y="929077"/>
                  </a:cubicBezTo>
                  <a:close/>
                  <a:moveTo>
                    <a:pt x="959673" y="886035"/>
                  </a:moveTo>
                  <a:cubicBezTo>
                    <a:pt x="959179" y="878737"/>
                    <a:pt x="956272" y="871820"/>
                    <a:pt x="951407" y="866366"/>
                  </a:cubicBezTo>
                  <a:lnTo>
                    <a:pt x="906179" y="821613"/>
                  </a:lnTo>
                  <a:cubicBezTo>
                    <a:pt x="900810" y="816748"/>
                    <a:pt x="893931" y="813860"/>
                    <a:pt x="886700" y="813442"/>
                  </a:cubicBezTo>
                  <a:lnTo>
                    <a:pt x="884895" y="813442"/>
                  </a:lnTo>
                  <a:cubicBezTo>
                    <a:pt x="877816" y="813926"/>
                    <a:pt x="871117" y="816815"/>
                    <a:pt x="865891" y="821613"/>
                  </a:cubicBezTo>
                  <a:lnTo>
                    <a:pt x="820568" y="866366"/>
                  </a:lnTo>
                  <a:cubicBezTo>
                    <a:pt x="815808" y="871849"/>
                    <a:pt x="813033" y="878775"/>
                    <a:pt x="812682" y="886035"/>
                  </a:cubicBezTo>
                  <a:lnTo>
                    <a:pt x="812682" y="887745"/>
                  </a:lnTo>
                  <a:cubicBezTo>
                    <a:pt x="813081" y="894786"/>
                    <a:pt x="815865" y="901494"/>
                    <a:pt x="820568" y="906748"/>
                  </a:cubicBezTo>
                  <a:lnTo>
                    <a:pt x="865891" y="951691"/>
                  </a:lnTo>
                  <a:cubicBezTo>
                    <a:pt x="871146" y="956423"/>
                    <a:pt x="877835" y="959274"/>
                    <a:pt x="884895" y="959768"/>
                  </a:cubicBezTo>
                  <a:lnTo>
                    <a:pt x="886700" y="959768"/>
                  </a:lnTo>
                  <a:cubicBezTo>
                    <a:pt x="893912" y="959340"/>
                    <a:pt x="900772" y="956490"/>
                    <a:pt x="906179" y="951691"/>
                  </a:cubicBezTo>
                  <a:lnTo>
                    <a:pt x="951407" y="906748"/>
                  </a:lnTo>
                  <a:cubicBezTo>
                    <a:pt x="956214" y="901522"/>
                    <a:pt x="959132" y="894824"/>
                    <a:pt x="959673" y="887745"/>
                  </a:cubicBezTo>
                  <a:close/>
                  <a:moveTo>
                    <a:pt x="253696" y="422161"/>
                  </a:moveTo>
                  <a:lnTo>
                    <a:pt x="629394" y="637945"/>
                  </a:lnTo>
                  <a:cubicBezTo>
                    <a:pt x="682651" y="668493"/>
                    <a:pt x="750588" y="650079"/>
                    <a:pt x="781136" y="596821"/>
                  </a:cubicBezTo>
                  <a:cubicBezTo>
                    <a:pt x="790552" y="580403"/>
                    <a:pt x="795626" y="561855"/>
                    <a:pt x="795864" y="542928"/>
                  </a:cubicBezTo>
                  <a:lnTo>
                    <a:pt x="795864" y="110600"/>
                  </a:lnTo>
                  <a:cubicBezTo>
                    <a:pt x="795864" y="49513"/>
                    <a:pt x="746350" y="0"/>
                    <a:pt x="685264" y="0"/>
                  </a:cubicBezTo>
                  <a:cubicBezTo>
                    <a:pt x="624177" y="0"/>
                    <a:pt x="574664" y="49513"/>
                    <a:pt x="574664" y="110600"/>
                  </a:cubicBezTo>
                  <a:lnTo>
                    <a:pt x="574664" y="352133"/>
                  </a:lnTo>
                  <a:lnTo>
                    <a:pt x="364201" y="231177"/>
                  </a:lnTo>
                  <a:cubicBezTo>
                    <a:pt x="313614" y="197312"/>
                    <a:pt x="245163" y="210862"/>
                    <a:pt x="211290" y="261449"/>
                  </a:cubicBezTo>
                  <a:cubicBezTo>
                    <a:pt x="177426" y="312027"/>
                    <a:pt x="190975" y="380487"/>
                    <a:pt x="241562" y="414351"/>
                  </a:cubicBezTo>
                  <a:cubicBezTo>
                    <a:pt x="245334" y="416878"/>
                    <a:pt x="249259" y="419168"/>
                    <a:pt x="253316" y="421211"/>
                  </a:cubicBezTo>
                  <a:lnTo>
                    <a:pt x="253316" y="421211"/>
                  </a:lnTo>
                  <a:close/>
                  <a:moveTo>
                    <a:pt x="1078255" y="652292"/>
                  </a:moveTo>
                  <a:cubicBezTo>
                    <a:pt x="1100565" y="654088"/>
                    <a:pt x="1122884" y="649081"/>
                    <a:pt x="1142296" y="637945"/>
                  </a:cubicBezTo>
                  <a:lnTo>
                    <a:pt x="1517899" y="422161"/>
                  </a:lnTo>
                  <a:cubicBezTo>
                    <a:pt x="1570576" y="391974"/>
                    <a:pt x="1588800" y="324787"/>
                    <a:pt x="1558614" y="272119"/>
                  </a:cubicBezTo>
                  <a:cubicBezTo>
                    <a:pt x="1558595" y="272091"/>
                    <a:pt x="1558585" y="272062"/>
                    <a:pt x="1558566" y="272034"/>
                  </a:cubicBezTo>
                  <a:lnTo>
                    <a:pt x="1558566" y="272034"/>
                  </a:lnTo>
                  <a:cubicBezTo>
                    <a:pt x="1527894" y="219404"/>
                    <a:pt x="1460470" y="201436"/>
                    <a:pt x="1407679" y="231842"/>
                  </a:cubicBezTo>
                  <a:lnTo>
                    <a:pt x="1197311" y="352799"/>
                  </a:lnTo>
                  <a:lnTo>
                    <a:pt x="1197311" y="110600"/>
                  </a:lnTo>
                  <a:cubicBezTo>
                    <a:pt x="1195525" y="49542"/>
                    <a:pt x="1144576" y="1501"/>
                    <a:pt x="1083519" y="3288"/>
                  </a:cubicBezTo>
                  <a:cubicBezTo>
                    <a:pt x="1024978" y="5007"/>
                    <a:pt x="977926" y="52060"/>
                    <a:pt x="976206" y="110600"/>
                  </a:cubicBezTo>
                  <a:lnTo>
                    <a:pt x="976206" y="542263"/>
                  </a:lnTo>
                  <a:cubicBezTo>
                    <a:pt x="976301" y="599967"/>
                    <a:pt x="1020893" y="647827"/>
                    <a:pt x="1078445" y="652007"/>
                  </a:cubicBezTo>
                  <a:close/>
                  <a:moveTo>
                    <a:pt x="693530" y="1121392"/>
                  </a:moveTo>
                  <a:cubicBezTo>
                    <a:pt x="671182" y="1119492"/>
                    <a:pt x="648796" y="1124499"/>
                    <a:pt x="629394" y="1135740"/>
                  </a:cubicBezTo>
                  <a:lnTo>
                    <a:pt x="253696" y="1351333"/>
                  </a:lnTo>
                  <a:cubicBezTo>
                    <a:pt x="200477" y="1380893"/>
                    <a:pt x="181302" y="1447994"/>
                    <a:pt x="210862" y="1501204"/>
                  </a:cubicBezTo>
                  <a:cubicBezTo>
                    <a:pt x="240413" y="1554423"/>
                    <a:pt x="307514" y="1573598"/>
                    <a:pt x="360733" y="1544047"/>
                  </a:cubicBezTo>
                  <a:cubicBezTo>
                    <a:pt x="361902" y="1543392"/>
                    <a:pt x="363061" y="1542727"/>
                    <a:pt x="364201" y="1542033"/>
                  </a:cubicBezTo>
                  <a:lnTo>
                    <a:pt x="574664" y="1421266"/>
                  </a:lnTo>
                  <a:lnTo>
                    <a:pt x="574664" y="1662610"/>
                  </a:lnTo>
                  <a:cubicBezTo>
                    <a:pt x="574664" y="1723696"/>
                    <a:pt x="624177" y="1773209"/>
                    <a:pt x="685264" y="1773209"/>
                  </a:cubicBezTo>
                  <a:cubicBezTo>
                    <a:pt x="746350" y="1773209"/>
                    <a:pt x="795864" y="1723696"/>
                    <a:pt x="795864" y="1662610"/>
                  </a:cubicBezTo>
                  <a:lnTo>
                    <a:pt x="795864" y="1230757"/>
                  </a:lnTo>
                  <a:cubicBezTo>
                    <a:pt x="795759" y="1173034"/>
                    <a:pt x="751111" y="1125193"/>
                    <a:pt x="693530" y="1121107"/>
                  </a:cubicBezTo>
                  <a:close/>
                  <a:moveTo>
                    <a:pt x="591672" y="919291"/>
                  </a:moveTo>
                  <a:cubicBezTo>
                    <a:pt x="595283" y="907699"/>
                    <a:pt x="596983" y="895603"/>
                    <a:pt x="596708" y="883469"/>
                  </a:cubicBezTo>
                  <a:cubicBezTo>
                    <a:pt x="596328" y="874661"/>
                    <a:pt x="594960" y="865929"/>
                    <a:pt x="592622" y="857435"/>
                  </a:cubicBezTo>
                  <a:cubicBezTo>
                    <a:pt x="585049" y="829262"/>
                    <a:pt x="566502" y="805308"/>
                    <a:pt x="541123" y="790923"/>
                  </a:cubicBezTo>
                  <a:lnTo>
                    <a:pt x="165805" y="575139"/>
                  </a:lnTo>
                  <a:cubicBezTo>
                    <a:pt x="112938" y="544762"/>
                    <a:pt x="45466" y="562805"/>
                    <a:pt x="14823" y="615521"/>
                  </a:cubicBezTo>
                  <a:cubicBezTo>
                    <a:pt x="-15564" y="667904"/>
                    <a:pt x="2262" y="734995"/>
                    <a:pt x="54635" y="765391"/>
                  </a:cubicBezTo>
                  <a:cubicBezTo>
                    <a:pt x="54958" y="765572"/>
                    <a:pt x="55272" y="765752"/>
                    <a:pt x="55585" y="765933"/>
                  </a:cubicBezTo>
                  <a:lnTo>
                    <a:pt x="264623" y="886605"/>
                  </a:lnTo>
                  <a:lnTo>
                    <a:pt x="55585" y="1006991"/>
                  </a:lnTo>
                  <a:cubicBezTo>
                    <a:pt x="2927" y="1037530"/>
                    <a:pt x="-15003" y="1104983"/>
                    <a:pt x="15536" y="1157641"/>
                  </a:cubicBezTo>
                  <a:cubicBezTo>
                    <a:pt x="46074" y="1210300"/>
                    <a:pt x="113527" y="1228229"/>
                    <a:pt x="166185" y="1197691"/>
                  </a:cubicBezTo>
                  <a:lnTo>
                    <a:pt x="541503" y="981812"/>
                  </a:lnTo>
                  <a:cubicBezTo>
                    <a:pt x="565694" y="968034"/>
                    <a:pt x="583766" y="945591"/>
                    <a:pt x="592052" y="919006"/>
                  </a:cubicBezTo>
                  <a:close/>
                </a:path>
              </a:pathLst>
            </a:custGeom>
            <a:solidFill>
              <a:srgbClr val="2AB4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262626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255" name="Google Shape;2238;p122">
              <a:extLst>
                <a:ext uri="{FF2B5EF4-FFF2-40B4-BE49-F238E27FC236}">
                  <a16:creationId xmlns:a16="http://schemas.microsoft.com/office/drawing/2014/main" id="{0C4FD678-A304-4AB8-8E4B-807447C07F78}"/>
                </a:ext>
              </a:extLst>
            </p:cNvPr>
            <p:cNvSpPr/>
            <p:nvPr/>
          </p:nvSpPr>
          <p:spPr>
            <a:xfrm>
              <a:off x="5878707" y="747121"/>
              <a:ext cx="3883818" cy="3886674"/>
            </a:xfrm>
            <a:custGeom>
              <a:avLst/>
              <a:gdLst/>
              <a:ahLst/>
              <a:cxnLst/>
              <a:rect l="l" t="t" r="r" b="b"/>
              <a:pathLst>
                <a:path w="3883818" h="3886674" extrusionOk="0">
                  <a:moveTo>
                    <a:pt x="3877544" y="2403078"/>
                  </a:moveTo>
                  <a:cubicBezTo>
                    <a:pt x="3865886" y="2363855"/>
                    <a:pt x="3839310" y="2330760"/>
                    <a:pt x="3803526" y="2310911"/>
                  </a:cubicBezTo>
                  <a:lnTo>
                    <a:pt x="3536718" y="2165345"/>
                  </a:lnTo>
                  <a:cubicBezTo>
                    <a:pt x="3544823" y="2087992"/>
                    <a:pt x="3547997" y="2010211"/>
                    <a:pt x="3546220" y="1932458"/>
                  </a:cubicBezTo>
                  <a:cubicBezTo>
                    <a:pt x="3547731" y="1856730"/>
                    <a:pt x="3544899" y="1780972"/>
                    <a:pt x="3537763" y="1705557"/>
                  </a:cubicBezTo>
                  <a:lnTo>
                    <a:pt x="3805807" y="1553530"/>
                  </a:lnTo>
                  <a:cubicBezTo>
                    <a:pt x="3841267" y="1533310"/>
                    <a:pt x="3867064" y="1499636"/>
                    <a:pt x="3877354" y="1460128"/>
                  </a:cubicBezTo>
                  <a:cubicBezTo>
                    <a:pt x="3887322" y="1421665"/>
                    <a:pt x="3882115" y="1380836"/>
                    <a:pt x="3862817" y="1346108"/>
                  </a:cubicBezTo>
                  <a:lnTo>
                    <a:pt x="3413006" y="584735"/>
                  </a:lnTo>
                  <a:cubicBezTo>
                    <a:pt x="3386087" y="538583"/>
                    <a:pt x="3336546" y="510349"/>
                    <a:pt x="3283117" y="510717"/>
                  </a:cubicBezTo>
                  <a:cubicBezTo>
                    <a:pt x="3258270" y="510712"/>
                    <a:pt x="3233756" y="516538"/>
                    <a:pt x="3211570" y="527725"/>
                  </a:cubicBezTo>
                  <a:lnTo>
                    <a:pt x="2938680" y="676902"/>
                  </a:lnTo>
                  <a:cubicBezTo>
                    <a:pt x="2814369" y="576782"/>
                    <a:pt x="2676281" y="495085"/>
                    <a:pt x="2528682" y="434323"/>
                  </a:cubicBezTo>
                  <a:lnTo>
                    <a:pt x="2528682" y="150412"/>
                  </a:lnTo>
                  <a:cubicBezTo>
                    <a:pt x="2527807" y="67670"/>
                    <a:pt x="2460915" y="823"/>
                    <a:pt x="2378174" y="0"/>
                  </a:cubicBezTo>
                  <a:lnTo>
                    <a:pt x="1473231" y="0"/>
                  </a:lnTo>
                  <a:cubicBezTo>
                    <a:pt x="1390528" y="874"/>
                    <a:pt x="1323693" y="67707"/>
                    <a:pt x="1322819" y="150412"/>
                  </a:cubicBezTo>
                  <a:lnTo>
                    <a:pt x="1322819" y="437934"/>
                  </a:lnTo>
                  <a:cubicBezTo>
                    <a:pt x="1185519" y="496700"/>
                    <a:pt x="1058244" y="576559"/>
                    <a:pt x="945601" y="674622"/>
                  </a:cubicBezTo>
                  <a:lnTo>
                    <a:pt x="703118" y="531336"/>
                  </a:lnTo>
                  <a:cubicBezTo>
                    <a:pt x="680000" y="517979"/>
                    <a:pt x="653803" y="510873"/>
                    <a:pt x="627104" y="510717"/>
                  </a:cubicBezTo>
                  <a:cubicBezTo>
                    <a:pt x="573700" y="510345"/>
                    <a:pt x="524182" y="538584"/>
                    <a:pt x="497310" y="584735"/>
                  </a:cubicBezTo>
                  <a:lnTo>
                    <a:pt x="45504" y="1346488"/>
                  </a:lnTo>
                  <a:cubicBezTo>
                    <a:pt x="22685" y="1382699"/>
                    <a:pt x="17347" y="1427252"/>
                    <a:pt x="30966" y="1467824"/>
                  </a:cubicBezTo>
                  <a:cubicBezTo>
                    <a:pt x="40870" y="1506838"/>
                    <a:pt x="66265" y="1540132"/>
                    <a:pt x="101279" y="1559991"/>
                  </a:cubicBezTo>
                  <a:lnTo>
                    <a:pt x="380059" y="1717719"/>
                  </a:lnTo>
                  <a:cubicBezTo>
                    <a:pt x="379489" y="1724988"/>
                    <a:pt x="379489" y="1732295"/>
                    <a:pt x="380059" y="1739573"/>
                  </a:cubicBezTo>
                  <a:lnTo>
                    <a:pt x="380059" y="1768649"/>
                  </a:lnTo>
                  <a:cubicBezTo>
                    <a:pt x="372541" y="1824585"/>
                    <a:pt x="368101" y="1880883"/>
                    <a:pt x="366757" y="1937304"/>
                  </a:cubicBezTo>
                  <a:lnTo>
                    <a:pt x="366757" y="2164110"/>
                  </a:lnTo>
                  <a:lnTo>
                    <a:pt x="79425" y="2312147"/>
                  </a:lnTo>
                  <a:cubicBezTo>
                    <a:pt x="43825" y="2330722"/>
                    <a:pt x="17484" y="2363180"/>
                    <a:pt x="6642" y="2401843"/>
                  </a:cubicBezTo>
                  <a:cubicBezTo>
                    <a:pt x="-5613" y="2442425"/>
                    <a:pt x="-774" y="2486246"/>
                    <a:pt x="20040" y="2523179"/>
                  </a:cubicBezTo>
                  <a:lnTo>
                    <a:pt x="470041" y="3300800"/>
                  </a:lnTo>
                  <a:cubicBezTo>
                    <a:pt x="496445" y="3347681"/>
                    <a:pt x="546032" y="3376718"/>
                    <a:pt x="599834" y="3376814"/>
                  </a:cubicBezTo>
                  <a:cubicBezTo>
                    <a:pt x="625289" y="3376557"/>
                    <a:pt x="650288" y="3370029"/>
                    <a:pt x="672617" y="3357810"/>
                  </a:cubicBezTo>
                  <a:lnTo>
                    <a:pt x="945601" y="3209773"/>
                  </a:lnTo>
                  <a:cubicBezTo>
                    <a:pt x="1058463" y="3306871"/>
                    <a:pt x="1185719" y="3385850"/>
                    <a:pt x="1322819" y="3443896"/>
                  </a:cubicBezTo>
                  <a:lnTo>
                    <a:pt x="1322819" y="3736263"/>
                  </a:lnTo>
                  <a:cubicBezTo>
                    <a:pt x="1323693" y="3818966"/>
                    <a:pt x="1390528" y="3885801"/>
                    <a:pt x="1473231" y="3886675"/>
                  </a:cubicBezTo>
                  <a:lnTo>
                    <a:pt x="2378174" y="3886675"/>
                  </a:lnTo>
                  <a:cubicBezTo>
                    <a:pt x="2460915" y="3885849"/>
                    <a:pt x="2527807" y="3819004"/>
                    <a:pt x="2528682" y="3736263"/>
                  </a:cubicBezTo>
                  <a:lnTo>
                    <a:pt x="2528682" y="3445131"/>
                  </a:lnTo>
                  <a:cubicBezTo>
                    <a:pt x="2675207" y="3385640"/>
                    <a:pt x="2812726" y="3306016"/>
                    <a:pt x="2937255" y="3208538"/>
                  </a:cubicBezTo>
                  <a:lnTo>
                    <a:pt x="3215085" y="3352964"/>
                  </a:lnTo>
                  <a:cubicBezTo>
                    <a:pt x="3237424" y="3365155"/>
                    <a:pt x="3262423" y="3371683"/>
                    <a:pt x="3287868" y="3371968"/>
                  </a:cubicBezTo>
                  <a:cubicBezTo>
                    <a:pt x="3341771" y="3371796"/>
                    <a:pt x="3391399" y="3342550"/>
                    <a:pt x="3417662" y="3295479"/>
                  </a:cubicBezTo>
                  <a:lnTo>
                    <a:pt x="3866428" y="2519189"/>
                  </a:lnTo>
                  <a:cubicBezTo>
                    <a:pt x="3884813" y="2483320"/>
                    <a:pt x="3888794" y="2441778"/>
                    <a:pt x="3877544" y="2403078"/>
                  </a:cubicBezTo>
                  <a:close/>
                  <a:moveTo>
                    <a:pt x="1516939" y="3185544"/>
                  </a:moveTo>
                  <a:cubicBezTo>
                    <a:pt x="1367107" y="3137446"/>
                    <a:pt x="1229617" y="3057109"/>
                    <a:pt x="1114162" y="2950186"/>
                  </a:cubicBezTo>
                  <a:lnTo>
                    <a:pt x="1057151" y="2906479"/>
                  </a:lnTo>
                  <a:cubicBezTo>
                    <a:pt x="1030746" y="2885081"/>
                    <a:pt x="997728" y="2873527"/>
                    <a:pt x="963750" y="2873793"/>
                  </a:cubicBezTo>
                  <a:cubicBezTo>
                    <a:pt x="938751" y="2873717"/>
                    <a:pt x="914140" y="2879959"/>
                    <a:pt x="892202" y="2891941"/>
                  </a:cubicBezTo>
                  <a:lnTo>
                    <a:pt x="660550" y="3013278"/>
                  </a:lnTo>
                  <a:lnTo>
                    <a:pt x="358490" y="2502561"/>
                  </a:lnTo>
                  <a:lnTo>
                    <a:pt x="582921" y="2381224"/>
                  </a:lnTo>
                  <a:cubicBezTo>
                    <a:pt x="635580" y="2356092"/>
                    <a:pt x="668738" y="2302550"/>
                    <a:pt x="667771" y="2244209"/>
                  </a:cubicBezTo>
                  <a:lnTo>
                    <a:pt x="667771" y="1932458"/>
                  </a:lnTo>
                  <a:cubicBezTo>
                    <a:pt x="665413" y="1888152"/>
                    <a:pt x="665413" y="1843741"/>
                    <a:pt x="667771" y="1799434"/>
                  </a:cubicBezTo>
                  <a:cubicBezTo>
                    <a:pt x="676506" y="1742424"/>
                    <a:pt x="680984" y="1684844"/>
                    <a:pt x="681169" y="1627168"/>
                  </a:cubicBezTo>
                  <a:cubicBezTo>
                    <a:pt x="681239" y="1572999"/>
                    <a:pt x="652213" y="1522963"/>
                    <a:pt x="605155" y="1496140"/>
                  </a:cubicBezTo>
                  <a:lnTo>
                    <a:pt x="382720" y="1367106"/>
                  </a:lnTo>
                  <a:lnTo>
                    <a:pt x="677273" y="866176"/>
                  </a:lnTo>
                  <a:lnTo>
                    <a:pt x="884695" y="987418"/>
                  </a:lnTo>
                  <a:cubicBezTo>
                    <a:pt x="939352" y="1019762"/>
                    <a:pt x="1008493" y="1013928"/>
                    <a:pt x="1056961" y="972880"/>
                  </a:cubicBezTo>
                  <a:lnTo>
                    <a:pt x="1069123" y="963379"/>
                  </a:lnTo>
                  <a:cubicBezTo>
                    <a:pt x="1196009" y="839420"/>
                    <a:pt x="1348930" y="745290"/>
                    <a:pt x="1516749" y="687829"/>
                  </a:cubicBezTo>
                  <a:cubicBezTo>
                    <a:pt x="1579128" y="668361"/>
                    <a:pt x="1622095" y="611207"/>
                    <a:pt x="1623453" y="545873"/>
                  </a:cubicBezTo>
                  <a:lnTo>
                    <a:pt x="1623453" y="303295"/>
                  </a:lnTo>
                  <a:lnTo>
                    <a:pt x="2230043" y="303295"/>
                  </a:lnTo>
                  <a:lnTo>
                    <a:pt x="2230043" y="545873"/>
                  </a:lnTo>
                  <a:cubicBezTo>
                    <a:pt x="2230043" y="611839"/>
                    <a:pt x="2272743" y="670217"/>
                    <a:pt x="2335607" y="690204"/>
                  </a:cubicBezTo>
                  <a:cubicBezTo>
                    <a:pt x="2518087" y="749302"/>
                    <a:pt x="2685944" y="846461"/>
                    <a:pt x="2828081" y="975256"/>
                  </a:cubicBezTo>
                  <a:cubicBezTo>
                    <a:pt x="2855331" y="997927"/>
                    <a:pt x="2889642" y="1010365"/>
                    <a:pt x="2925093" y="1010412"/>
                  </a:cubicBezTo>
                  <a:cubicBezTo>
                    <a:pt x="2950149" y="1010602"/>
                    <a:pt x="2974825" y="1004321"/>
                    <a:pt x="2996736" y="992169"/>
                  </a:cubicBezTo>
                  <a:lnTo>
                    <a:pt x="3229623" y="870927"/>
                  </a:lnTo>
                  <a:lnTo>
                    <a:pt x="3526836" y="1375563"/>
                  </a:lnTo>
                  <a:lnTo>
                    <a:pt x="3298795" y="1504121"/>
                  </a:lnTo>
                  <a:cubicBezTo>
                    <a:pt x="3238250" y="1537681"/>
                    <a:pt x="3209051" y="1608716"/>
                    <a:pt x="3228483" y="1675152"/>
                  </a:cubicBezTo>
                  <a:cubicBezTo>
                    <a:pt x="3244702" y="1762843"/>
                    <a:pt x="3250792" y="1852112"/>
                    <a:pt x="3246631" y="1941200"/>
                  </a:cubicBezTo>
                  <a:cubicBezTo>
                    <a:pt x="3250289" y="2035827"/>
                    <a:pt x="3243923" y="2130588"/>
                    <a:pt x="3227627" y="2223876"/>
                  </a:cubicBezTo>
                  <a:cubicBezTo>
                    <a:pt x="3212168" y="2289590"/>
                    <a:pt x="3243125" y="2357432"/>
                    <a:pt x="3302881" y="2388825"/>
                  </a:cubicBezTo>
                  <a:lnTo>
                    <a:pt x="3527311" y="2510162"/>
                  </a:lnTo>
                  <a:lnTo>
                    <a:pt x="3228578" y="3025345"/>
                  </a:lnTo>
                  <a:lnTo>
                    <a:pt x="2996926" y="2904103"/>
                  </a:lnTo>
                  <a:cubicBezTo>
                    <a:pt x="2974939" y="2892150"/>
                    <a:pt x="2950310" y="2885870"/>
                    <a:pt x="2925283" y="2885860"/>
                  </a:cubicBezTo>
                  <a:cubicBezTo>
                    <a:pt x="2891438" y="2885584"/>
                    <a:pt x="2858457" y="2896549"/>
                    <a:pt x="2831501" y="2917026"/>
                  </a:cubicBezTo>
                  <a:cubicBezTo>
                    <a:pt x="2689184" y="3043797"/>
                    <a:pt x="2521821" y="3139261"/>
                    <a:pt x="2340263" y="3197231"/>
                  </a:cubicBezTo>
                  <a:cubicBezTo>
                    <a:pt x="2276668" y="3214068"/>
                    <a:pt x="2231116" y="3269891"/>
                    <a:pt x="2227382" y="3335576"/>
                  </a:cubicBezTo>
                  <a:lnTo>
                    <a:pt x="2227382" y="3578155"/>
                  </a:lnTo>
                  <a:lnTo>
                    <a:pt x="1621268" y="3578155"/>
                  </a:lnTo>
                  <a:lnTo>
                    <a:pt x="1621268" y="3335956"/>
                  </a:lnTo>
                  <a:cubicBezTo>
                    <a:pt x="1623957" y="3268152"/>
                    <a:pt x="1581389" y="3206780"/>
                    <a:pt x="1516939" y="3185544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262626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</p:grpSp>
      <p:cxnSp>
        <p:nvCxnSpPr>
          <p:cNvPr id="258" name="Connector: Elbow 257">
            <a:extLst>
              <a:ext uri="{FF2B5EF4-FFF2-40B4-BE49-F238E27FC236}">
                <a16:creationId xmlns:a16="http://schemas.microsoft.com/office/drawing/2014/main" id="{4AA53D7E-ED0E-4874-B0BA-7D1DB80180D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11357" y="2210985"/>
            <a:ext cx="703167" cy="548400"/>
          </a:xfrm>
          <a:prstGeom prst="bentConnector3">
            <a:avLst>
              <a:gd name="adj1" fmla="val 605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3" name="Google Shape;2236;p122">
            <a:extLst>
              <a:ext uri="{FF2B5EF4-FFF2-40B4-BE49-F238E27FC236}">
                <a16:creationId xmlns:a16="http://schemas.microsoft.com/office/drawing/2014/main" id="{B807B29C-1CEF-4920-8B23-02EB8E3DDE7A}"/>
              </a:ext>
            </a:extLst>
          </p:cNvPr>
          <p:cNvGrpSpPr/>
          <p:nvPr/>
        </p:nvGrpSpPr>
        <p:grpSpPr>
          <a:xfrm>
            <a:off x="7781382" y="3521997"/>
            <a:ext cx="365760" cy="365760"/>
            <a:chOff x="5878707" y="747121"/>
            <a:chExt cx="3883818" cy="3886674"/>
          </a:xfrm>
        </p:grpSpPr>
        <p:sp>
          <p:nvSpPr>
            <p:cNvPr id="264" name="Google Shape;2237;p122">
              <a:extLst>
                <a:ext uri="{FF2B5EF4-FFF2-40B4-BE49-F238E27FC236}">
                  <a16:creationId xmlns:a16="http://schemas.microsoft.com/office/drawing/2014/main" id="{4AD45D08-E5B6-4A7D-BBA9-5CBD6160DD25}"/>
                </a:ext>
              </a:extLst>
            </p:cNvPr>
            <p:cNvSpPr/>
            <p:nvPr/>
          </p:nvSpPr>
          <p:spPr>
            <a:xfrm>
              <a:off x="6934812" y="1803902"/>
              <a:ext cx="1773206" cy="1773209"/>
            </a:xfrm>
            <a:custGeom>
              <a:avLst/>
              <a:gdLst/>
              <a:ahLst/>
              <a:cxnLst/>
              <a:rect l="l" t="t" r="r" b="b"/>
              <a:pathLst>
                <a:path w="1773206" h="1773209" extrusionOk="0">
                  <a:moveTo>
                    <a:pt x="1716484" y="765933"/>
                  </a:moveTo>
                  <a:lnTo>
                    <a:pt x="1506687" y="886605"/>
                  </a:lnTo>
                  <a:lnTo>
                    <a:pt x="1716484" y="1006991"/>
                  </a:lnTo>
                  <a:cubicBezTo>
                    <a:pt x="1769704" y="1036551"/>
                    <a:pt x="1788878" y="1103652"/>
                    <a:pt x="1759318" y="1156862"/>
                  </a:cubicBezTo>
                  <a:cubicBezTo>
                    <a:pt x="1729768" y="1210081"/>
                    <a:pt x="1662667" y="1229255"/>
                    <a:pt x="1609448" y="1199705"/>
                  </a:cubicBezTo>
                  <a:cubicBezTo>
                    <a:pt x="1608279" y="1199049"/>
                    <a:pt x="1607120" y="1198384"/>
                    <a:pt x="1605980" y="1197691"/>
                  </a:cubicBezTo>
                  <a:lnTo>
                    <a:pt x="1230282" y="981812"/>
                  </a:lnTo>
                  <a:cubicBezTo>
                    <a:pt x="1177623" y="951596"/>
                    <a:pt x="1159428" y="884400"/>
                    <a:pt x="1189653" y="831742"/>
                  </a:cubicBezTo>
                  <a:cubicBezTo>
                    <a:pt x="1199354" y="814838"/>
                    <a:pt x="1213378" y="800814"/>
                    <a:pt x="1230282" y="791112"/>
                  </a:cubicBezTo>
                  <a:lnTo>
                    <a:pt x="1605980" y="575329"/>
                  </a:lnTo>
                  <a:cubicBezTo>
                    <a:pt x="1658800" y="544971"/>
                    <a:pt x="1726224" y="562919"/>
                    <a:pt x="1756962" y="615521"/>
                  </a:cubicBezTo>
                  <a:cubicBezTo>
                    <a:pt x="1787377" y="667761"/>
                    <a:pt x="1769684" y="734777"/>
                    <a:pt x="1717444" y="765192"/>
                  </a:cubicBezTo>
                  <a:cubicBezTo>
                    <a:pt x="1717121" y="765372"/>
                    <a:pt x="1716808" y="765562"/>
                    <a:pt x="1716484" y="765743"/>
                  </a:cubicBezTo>
                  <a:close/>
                  <a:moveTo>
                    <a:pt x="1517899" y="1351048"/>
                  </a:moveTo>
                  <a:lnTo>
                    <a:pt x="1142296" y="1135455"/>
                  </a:lnTo>
                  <a:cubicBezTo>
                    <a:pt x="1089068" y="1104964"/>
                    <a:pt x="1021197" y="1123397"/>
                    <a:pt x="990706" y="1176625"/>
                  </a:cubicBezTo>
                  <a:cubicBezTo>
                    <a:pt x="981299" y="1193026"/>
                    <a:pt x="976244" y="1211563"/>
                    <a:pt x="976016" y="1230472"/>
                  </a:cubicBezTo>
                  <a:lnTo>
                    <a:pt x="976016" y="1662040"/>
                  </a:lnTo>
                  <a:cubicBezTo>
                    <a:pt x="977802" y="1723098"/>
                    <a:pt x="1028751" y="1771138"/>
                    <a:pt x="1089809" y="1769352"/>
                  </a:cubicBezTo>
                  <a:cubicBezTo>
                    <a:pt x="1148349" y="1767632"/>
                    <a:pt x="1195401" y="1720579"/>
                    <a:pt x="1197121" y="1662040"/>
                  </a:cubicBezTo>
                  <a:lnTo>
                    <a:pt x="1197121" y="1420696"/>
                  </a:lnTo>
                  <a:lnTo>
                    <a:pt x="1407489" y="1541463"/>
                  </a:lnTo>
                  <a:cubicBezTo>
                    <a:pt x="1459311" y="1573408"/>
                    <a:pt x="1527210" y="1557293"/>
                    <a:pt x="1559155" y="1505480"/>
                  </a:cubicBezTo>
                  <a:cubicBezTo>
                    <a:pt x="1591100" y="1453658"/>
                    <a:pt x="1574985" y="1385758"/>
                    <a:pt x="1523172" y="1353813"/>
                  </a:cubicBezTo>
                  <a:cubicBezTo>
                    <a:pt x="1521443" y="1352749"/>
                    <a:pt x="1519685" y="1351732"/>
                    <a:pt x="1517899" y="1350763"/>
                  </a:cubicBezTo>
                  <a:close/>
                  <a:moveTo>
                    <a:pt x="1084526" y="929077"/>
                  </a:moveTo>
                  <a:lnTo>
                    <a:pt x="928318" y="1084335"/>
                  </a:lnTo>
                  <a:cubicBezTo>
                    <a:pt x="922958" y="1089295"/>
                    <a:pt x="916032" y="1092222"/>
                    <a:pt x="908744" y="1092602"/>
                  </a:cubicBezTo>
                  <a:lnTo>
                    <a:pt x="863231" y="1092602"/>
                  </a:lnTo>
                  <a:cubicBezTo>
                    <a:pt x="855914" y="1092193"/>
                    <a:pt x="848969" y="1089267"/>
                    <a:pt x="843562" y="1084335"/>
                  </a:cubicBezTo>
                  <a:lnTo>
                    <a:pt x="687164" y="929077"/>
                  </a:lnTo>
                  <a:cubicBezTo>
                    <a:pt x="682394" y="923842"/>
                    <a:pt x="679544" y="917143"/>
                    <a:pt x="679088" y="910074"/>
                  </a:cubicBezTo>
                  <a:lnTo>
                    <a:pt x="679088" y="864276"/>
                  </a:lnTo>
                  <a:cubicBezTo>
                    <a:pt x="679439" y="857016"/>
                    <a:pt x="682290" y="850099"/>
                    <a:pt x="687164" y="844702"/>
                  </a:cubicBezTo>
                  <a:lnTo>
                    <a:pt x="843182" y="689539"/>
                  </a:lnTo>
                  <a:cubicBezTo>
                    <a:pt x="848598" y="684627"/>
                    <a:pt x="855553" y="681748"/>
                    <a:pt x="862851" y="681368"/>
                  </a:cubicBezTo>
                  <a:lnTo>
                    <a:pt x="908744" y="681368"/>
                  </a:lnTo>
                  <a:cubicBezTo>
                    <a:pt x="916022" y="681729"/>
                    <a:pt x="922949" y="684617"/>
                    <a:pt x="928318" y="689539"/>
                  </a:cubicBezTo>
                  <a:lnTo>
                    <a:pt x="1084526" y="844702"/>
                  </a:lnTo>
                  <a:cubicBezTo>
                    <a:pt x="1089334" y="850128"/>
                    <a:pt x="1092146" y="857035"/>
                    <a:pt x="1092507" y="864276"/>
                  </a:cubicBezTo>
                  <a:lnTo>
                    <a:pt x="1092507" y="910074"/>
                  </a:lnTo>
                  <a:cubicBezTo>
                    <a:pt x="1092041" y="917124"/>
                    <a:pt x="1089229" y="923813"/>
                    <a:pt x="1084526" y="929077"/>
                  </a:cubicBezTo>
                  <a:close/>
                  <a:moveTo>
                    <a:pt x="959673" y="886035"/>
                  </a:moveTo>
                  <a:cubicBezTo>
                    <a:pt x="959179" y="878737"/>
                    <a:pt x="956272" y="871820"/>
                    <a:pt x="951407" y="866366"/>
                  </a:cubicBezTo>
                  <a:lnTo>
                    <a:pt x="906179" y="821613"/>
                  </a:lnTo>
                  <a:cubicBezTo>
                    <a:pt x="900810" y="816748"/>
                    <a:pt x="893931" y="813860"/>
                    <a:pt x="886700" y="813442"/>
                  </a:cubicBezTo>
                  <a:lnTo>
                    <a:pt x="884895" y="813442"/>
                  </a:lnTo>
                  <a:cubicBezTo>
                    <a:pt x="877816" y="813926"/>
                    <a:pt x="871117" y="816815"/>
                    <a:pt x="865891" y="821613"/>
                  </a:cubicBezTo>
                  <a:lnTo>
                    <a:pt x="820568" y="866366"/>
                  </a:lnTo>
                  <a:cubicBezTo>
                    <a:pt x="815808" y="871849"/>
                    <a:pt x="813033" y="878775"/>
                    <a:pt x="812682" y="886035"/>
                  </a:cubicBezTo>
                  <a:lnTo>
                    <a:pt x="812682" y="887745"/>
                  </a:lnTo>
                  <a:cubicBezTo>
                    <a:pt x="813081" y="894786"/>
                    <a:pt x="815865" y="901494"/>
                    <a:pt x="820568" y="906748"/>
                  </a:cubicBezTo>
                  <a:lnTo>
                    <a:pt x="865891" y="951691"/>
                  </a:lnTo>
                  <a:cubicBezTo>
                    <a:pt x="871146" y="956423"/>
                    <a:pt x="877835" y="959274"/>
                    <a:pt x="884895" y="959768"/>
                  </a:cubicBezTo>
                  <a:lnTo>
                    <a:pt x="886700" y="959768"/>
                  </a:lnTo>
                  <a:cubicBezTo>
                    <a:pt x="893912" y="959340"/>
                    <a:pt x="900772" y="956490"/>
                    <a:pt x="906179" y="951691"/>
                  </a:cubicBezTo>
                  <a:lnTo>
                    <a:pt x="951407" y="906748"/>
                  </a:lnTo>
                  <a:cubicBezTo>
                    <a:pt x="956214" y="901522"/>
                    <a:pt x="959132" y="894824"/>
                    <a:pt x="959673" y="887745"/>
                  </a:cubicBezTo>
                  <a:close/>
                  <a:moveTo>
                    <a:pt x="253696" y="422161"/>
                  </a:moveTo>
                  <a:lnTo>
                    <a:pt x="629394" y="637945"/>
                  </a:lnTo>
                  <a:cubicBezTo>
                    <a:pt x="682651" y="668493"/>
                    <a:pt x="750588" y="650079"/>
                    <a:pt x="781136" y="596821"/>
                  </a:cubicBezTo>
                  <a:cubicBezTo>
                    <a:pt x="790552" y="580403"/>
                    <a:pt x="795626" y="561855"/>
                    <a:pt x="795864" y="542928"/>
                  </a:cubicBezTo>
                  <a:lnTo>
                    <a:pt x="795864" y="110600"/>
                  </a:lnTo>
                  <a:cubicBezTo>
                    <a:pt x="795864" y="49513"/>
                    <a:pt x="746350" y="0"/>
                    <a:pt x="685264" y="0"/>
                  </a:cubicBezTo>
                  <a:cubicBezTo>
                    <a:pt x="624177" y="0"/>
                    <a:pt x="574664" y="49513"/>
                    <a:pt x="574664" y="110600"/>
                  </a:cubicBezTo>
                  <a:lnTo>
                    <a:pt x="574664" y="352133"/>
                  </a:lnTo>
                  <a:lnTo>
                    <a:pt x="364201" y="231177"/>
                  </a:lnTo>
                  <a:cubicBezTo>
                    <a:pt x="313614" y="197312"/>
                    <a:pt x="245163" y="210862"/>
                    <a:pt x="211290" y="261449"/>
                  </a:cubicBezTo>
                  <a:cubicBezTo>
                    <a:pt x="177426" y="312027"/>
                    <a:pt x="190975" y="380487"/>
                    <a:pt x="241562" y="414351"/>
                  </a:cubicBezTo>
                  <a:cubicBezTo>
                    <a:pt x="245334" y="416878"/>
                    <a:pt x="249259" y="419168"/>
                    <a:pt x="253316" y="421211"/>
                  </a:cubicBezTo>
                  <a:lnTo>
                    <a:pt x="253316" y="421211"/>
                  </a:lnTo>
                  <a:close/>
                  <a:moveTo>
                    <a:pt x="1078255" y="652292"/>
                  </a:moveTo>
                  <a:cubicBezTo>
                    <a:pt x="1100565" y="654088"/>
                    <a:pt x="1122884" y="649081"/>
                    <a:pt x="1142296" y="637945"/>
                  </a:cubicBezTo>
                  <a:lnTo>
                    <a:pt x="1517899" y="422161"/>
                  </a:lnTo>
                  <a:cubicBezTo>
                    <a:pt x="1570576" y="391974"/>
                    <a:pt x="1588800" y="324787"/>
                    <a:pt x="1558614" y="272119"/>
                  </a:cubicBezTo>
                  <a:cubicBezTo>
                    <a:pt x="1558595" y="272091"/>
                    <a:pt x="1558585" y="272062"/>
                    <a:pt x="1558566" y="272034"/>
                  </a:cubicBezTo>
                  <a:lnTo>
                    <a:pt x="1558566" y="272034"/>
                  </a:lnTo>
                  <a:cubicBezTo>
                    <a:pt x="1527894" y="219404"/>
                    <a:pt x="1460470" y="201436"/>
                    <a:pt x="1407679" y="231842"/>
                  </a:cubicBezTo>
                  <a:lnTo>
                    <a:pt x="1197311" y="352799"/>
                  </a:lnTo>
                  <a:lnTo>
                    <a:pt x="1197311" y="110600"/>
                  </a:lnTo>
                  <a:cubicBezTo>
                    <a:pt x="1195525" y="49542"/>
                    <a:pt x="1144576" y="1501"/>
                    <a:pt x="1083519" y="3288"/>
                  </a:cubicBezTo>
                  <a:cubicBezTo>
                    <a:pt x="1024978" y="5007"/>
                    <a:pt x="977926" y="52060"/>
                    <a:pt x="976206" y="110600"/>
                  </a:cubicBezTo>
                  <a:lnTo>
                    <a:pt x="976206" y="542263"/>
                  </a:lnTo>
                  <a:cubicBezTo>
                    <a:pt x="976301" y="599967"/>
                    <a:pt x="1020893" y="647827"/>
                    <a:pt x="1078445" y="652007"/>
                  </a:cubicBezTo>
                  <a:close/>
                  <a:moveTo>
                    <a:pt x="693530" y="1121392"/>
                  </a:moveTo>
                  <a:cubicBezTo>
                    <a:pt x="671182" y="1119492"/>
                    <a:pt x="648796" y="1124499"/>
                    <a:pt x="629394" y="1135740"/>
                  </a:cubicBezTo>
                  <a:lnTo>
                    <a:pt x="253696" y="1351333"/>
                  </a:lnTo>
                  <a:cubicBezTo>
                    <a:pt x="200477" y="1380893"/>
                    <a:pt x="181302" y="1447994"/>
                    <a:pt x="210862" y="1501204"/>
                  </a:cubicBezTo>
                  <a:cubicBezTo>
                    <a:pt x="240413" y="1554423"/>
                    <a:pt x="307514" y="1573598"/>
                    <a:pt x="360733" y="1544047"/>
                  </a:cubicBezTo>
                  <a:cubicBezTo>
                    <a:pt x="361902" y="1543392"/>
                    <a:pt x="363061" y="1542727"/>
                    <a:pt x="364201" y="1542033"/>
                  </a:cubicBezTo>
                  <a:lnTo>
                    <a:pt x="574664" y="1421266"/>
                  </a:lnTo>
                  <a:lnTo>
                    <a:pt x="574664" y="1662610"/>
                  </a:lnTo>
                  <a:cubicBezTo>
                    <a:pt x="574664" y="1723696"/>
                    <a:pt x="624177" y="1773209"/>
                    <a:pt x="685264" y="1773209"/>
                  </a:cubicBezTo>
                  <a:cubicBezTo>
                    <a:pt x="746350" y="1773209"/>
                    <a:pt x="795864" y="1723696"/>
                    <a:pt x="795864" y="1662610"/>
                  </a:cubicBezTo>
                  <a:lnTo>
                    <a:pt x="795864" y="1230757"/>
                  </a:lnTo>
                  <a:cubicBezTo>
                    <a:pt x="795759" y="1173034"/>
                    <a:pt x="751111" y="1125193"/>
                    <a:pt x="693530" y="1121107"/>
                  </a:cubicBezTo>
                  <a:close/>
                  <a:moveTo>
                    <a:pt x="591672" y="919291"/>
                  </a:moveTo>
                  <a:cubicBezTo>
                    <a:pt x="595283" y="907699"/>
                    <a:pt x="596983" y="895603"/>
                    <a:pt x="596708" y="883469"/>
                  </a:cubicBezTo>
                  <a:cubicBezTo>
                    <a:pt x="596328" y="874661"/>
                    <a:pt x="594960" y="865929"/>
                    <a:pt x="592622" y="857435"/>
                  </a:cubicBezTo>
                  <a:cubicBezTo>
                    <a:pt x="585049" y="829262"/>
                    <a:pt x="566502" y="805308"/>
                    <a:pt x="541123" y="790923"/>
                  </a:cubicBezTo>
                  <a:lnTo>
                    <a:pt x="165805" y="575139"/>
                  </a:lnTo>
                  <a:cubicBezTo>
                    <a:pt x="112938" y="544762"/>
                    <a:pt x="45466" y="562805"/>
                    <a:pt x="14823" y="615521"/>
                  </a:cubicBezTo>
                  <a:cubicBezTo>
                    <a:pt x="-15564" y="667904"/>
                    <a:pt x="2262" y="734995"/>
                    <a:pt x="54635" y="765391"/>
                  </a:cubicBezTo>
                  <a:cubicBezTo>
                    <a:pt x="54958" y="765572"/>
                    <a:pt x="55272" y="765752"/>
                    <a:pt x="55585" y="765933"/>
                  </a:cubicBezTo>
                  <a:lnTo>
                    <a:pt x="264623" y="886605"/>
                  </a:lnTo>
                  <a:lnTo>
                    <a:pt x="55585" y="1006991"/>
                  </a:lnTo>
                  <a:cubicBezTo>
                    <a:pt x="2927" y="1037530"/>
                    <a:pt x="-15003" y="1104983"/>
                    <a:pt x="15536" y="1157641"/>
                  </a:cubicBezTo>
                  <a:cubicBezTo>
                    <a:pt x="46074" y="1210300"/>
                    <a:pt x="113527" y="1228229"/>
                    <a:pt x="166185" y="1197691"/>
                  </a:cubicBezTo>
                  <a:lnTo>
                    <a:pt x="541503" y="981812"/>
                  </a:lnTo>
                  <a:cubicBezTo>
                    <a:pt x="565694" y="968034"/>
                    <a:pt x="583766" y="945591"/>
                    <a:pt x="592052" y="919006"/>
                  </a:cubicBezTo>
                  <a:close/>
                </a:path>
              </a:pathLst>
            </a:custGeom>
            <a:solidFill>
              <a:srgbClr val="2AB4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262626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265" name="Google Shape;2238;p122">
              <a:extLst>
                <a:ext uri="{FF2B5EF4-FFF2-40B4-BE49-F238E27FC236}">
                  <a16:creationId xmlns:a16="http://schemas.microsoft.com/office/drawing/2014/main" id="{23AA58AB-98A4-44CB-B8A6-F091DB50FD2F}"/>
                </a:ext>
              </a:extLst>
            </p:cNvPr>
            <p:cNvSpPr/>
            <p:nvPr/>
          </p:nvSpPr>
          <p:spPr>
            <a:xfrm>
              <a:off x="5878707" y="747121"/>
              <a:ext cx="3883818" cy="3886674"/>
            </a:xfrm>
            <a:custGeom>
              <a:avLst/>
              <a:gdLst/>
              <a:ahLst/>
              <a:cxnLst/>
              <a:rect l="l" t="t" r="r" b="b"/>
              <a:pathLst>
                <a:path w="3883818" h="3886674" extrusionOk="0">
                  <a:moveTo>
                    <a:pt x="3877544" y="2403078"/>
                  </a:moveTo>
                  <a:cubicBezTo>
                    <a:pt x="3865886" y="2363855"/>
                    <a:pt x="3839310" y="2330760"/>
                    <a:pt x="3803526" y="2310911"/>
                  </a:cubicBezTo>
                  <a:lnTo>
                    <a:pt x="3536718" y="2165345"/>
                  </a:lnTo>
                  <a:cubicBezTo>
                    <a:pt x="3544823" y="2087992"/>
                    <a:pt x="3547997" y="2010211"/>
                    <a:pt x="3546220" y="1932458"/>
                  </a:cubicBezTo>
                  <a:cubicBezTo>
                    <a:pt x="3547731" y="1856730"/>
                    <a:pt x="3544899" y="1780972"/>
                    <a:pt x="3537763" y="1705557"/>
                  </a:cubicBezTo>
                  <a:lnTo>
                    <a:pt x="3805807" y="1553530"/>
                  </a:lnTo>
                  <a:cubicBezTo>
                    <a:pt x="3841267" y="1533310"/>
                    <a:pt x="3867064" y="1499636"/>
                    <a:pt x="3877354" y="1460128"/>
                  </a:cubicBezTo>
                  <a:cubicBezTo>
                    <a:pt x="3887322" y="1421665"/>
                    <a:pt x="3882115" y="1380836"/>
                    <a:pt x="3862817" y="1346108"/>
                  </a:cubicBezTo>
                  <a:lnTo>
                    <a:pt x="3413006" y="584735"/>
                  </a:lnTo>
                  <a:cubicBezTo>
                    <a:pt x="3386087" y="538583"/>
                    <a:pt x="3336546" y="510349"/>
                    <a:pt x="3283117" y="510717"/>
                  </a:cubicBezTo>
                  <a:cubicBezTo>
                    <a:pt x="3258270" y="510712"/>
                    <a:pt x="3233756" y="516538"/>
                    <a:pt x="3211570" y="527725"/>
                  </a:cubicBezTo>
                  <a:lnTo>
                    <a:pt x="2938680" y="676902"/>
                  </a:lnTo>
                  <a:cubicBezTo>
                    <a:pt x="2814369" y="576782"/>
                    <a:pt x="2676281" y="495085"/>
                    <a:pt x="2528682" y="434323"/>
                  </a:cubicBezTo>
                  <a:lnTo>
                    <a:pt x="2528682" y="150412"/>
                  </a:lnTo>
                  <a:cubicBezTo>
                    <a:pt x="2527807" y="67670"/>
                    <a:pt x="2460915" y="823"/>
                    <a:pt x="2378174" y="0"/>
                  </a:cubicBezTo>
                  <a:lnTo>
                    <a:pt x="1473231" y="0"/>
                  </a:lnTo>
                  <a:cubicBezTo>
                    <a:pt x="1390528" y="874"/>
                    <a:pt x="1323693" y="67707"/>
                    <a:pt x="1322819" y="150412"/>
                  </a:cubicBezTo>
                  <a:lnTo>
                    <a:pt x="1322819" y="437934"/>
                  </a:lnTo>
                  <a:cubicBezTo>
                    <a:pt x="1185519" y="496700"/>
                    <a:pt x="1058244" y="576559"/>
                    <a:pt x="945601" y="674622"/>
                  </a:cubicBezTo>
                  <a:lnTo>
                    <a:pt x="703118" y="531336"/>
                  </a:lnTo>
                  <a:cubicBezTo>
                    <a:pt x="680000" y="517979"/>
                    <a:pt x="653803" y="510873"/>
                    <a:pt x="627104" y="510717"/>
                  </a:cubicBezTo>
                  <a:cubicBezTo>
                    <a:pt x="573700" y="510345"/>
                    <a:pt x="524182" y="538584"/>
                    <a:pt x="497310" y="584735"/>
                  </a:cubicBezTo>
                  <a:lnTo>
                    <a:pt x="45504" y="1346488"/>
                  </a:lnTo>
                  <a:cubicBezTo>
                    <a:pt x="22685" y="1382699"/>
                    <a:pt x="17347" y="1427252"/>
                    <a:pt x="30966" y="1467824"/>
                  </a:cubicBezTo>
                  <a:cubicBezTo>
                    <a:pt x="40870" y="1506838"/>
                    <a:pt x="66265" y="1540132"/>
                    <a:pt x="101279" y="1559991"/>
                  </a:cubicBezTo>
                  <a:lnTo>
                    <a:pt x="380059" y="1717719"/>
                  </a:lnTo>
                  <a:cubicBezTo>
                    <a:pt x="379489" y="1724988"/>
                    <a:pt x="379489" y="1732295"/>
                    <a:pt x="380059" y="1739573"/>
                  </a:cubicBezTo>
                  <a:lnTo>
                    <a:pt x="380059" y="1768649"/>
                  </a:lnTo>
                  <a:cubicBezTo>
                    <a:pt x="372541" y="1824585"/>
                    <a:pt x="368101" y="1880883"/>
                    <a:pt x="366757" y="1937304"/>
                  </a:cubicBezTo>
                  <a:lnTo>
                    <a:pt x="366757" y="2164110"/>
                  </a:lnTo>
                  <a:lnTo>
                    <a:pt x="79425" y="2312147"/>
                  </a:lnTo>
                  <a:cubicBezTo>
                    <a:pt x="43825" y="2330722"/>
                    <a:pt x="17484" y="2363180"/>
                    <a:pt x="6642" y="2401843"/>
                  </a:cubicBezTo>
                  <a:cubicBezTo>
                    <a:pt x="-5613" y="2442425"/>
                    <a:pt x="-774" y="2486246"/>
                    <a:pt x="20040" y="2523179"/>
                  </a:cubicBezTo>
                  <a:lnTo>
                    <a:pt x="470041" y="3300800"/>
                  </a:lnTo>
                  <a:cubicBezTo>
                    <a:pt x="496445" y="3347681"/>
                    <a:pt x="546032" y="3376718"/>
                    <a:pt x="599834" y="3376814"/>
                  </a:cubicBezTo>
                  <a:cubicBezTo>
                    <a:pt x="625289" y="3376557"/>
                    <a:pt x="650288" y="3370029"/>
                    <a:pt x="672617" y="3357810"/>
                  </a:cubicBezTo>
                  <a:lnTo>
                    <a:pt x="945601" y="3209773"/>
                  </a:lnTo>
                  <a:cubicBezTo>
                    <a:pt x="1058463" y="3306871"/>
                    <a:pt x="1185719" y="3385850"/>
                    <a:pt x="1322819" y="3443896"/>
                  </a:cubicBezTo>
                  <a:lnTo>
                    <a:pt x="1322819" y="3736263"/>
                  </a:lnTo>
                  <a:cubicBezTo>
                    <a:pt x="1323693" y="3818966"/>
                    <a:pt x="1390528" y="3885801"/>
                    <a:pt x="1473231" y="3886675"/>
                  </a:cubicBezTo>
                  <a:lnTo>
                    <a:pt x="2378174" y="3886675"/>
                  </a:lnTo>
                  <a:cubicBezTo>
                    <a:pt x="2460915" y="3885849"/>
                    <a:pt x="2527807" y="3819004"/>
                    <a:pt x="2528682" y="3736263"/>
                  </a:cubicBezTo>
                  <a:lnTo>
                    <a:pt x="2528682" y="3445131"/>
                  </a:lnTo>
                  <a:cubicBezTo>
                    <a:pt x="2675207" y="3385640"/>
                    <a:pt x="2812726" y="3306016"/>
                    <a:pt x="2937255" y="3208538"/>
                  </a:cubicBezTo>
                  <a:lnTo>
                    <a:pt x="3215085" y="3352964"/>
                  </a:lnTo>
                  <a:cubicBezTo>
                    <a:pt x="3237424" y="3365155"/>
                    <a:pt x="3262423" y="3371683"/>
                    <a:pt x="3287868" y="3371968"/>
                  </a:cubicBezTo>
                  <a:cubicBezTo>
                    <a:pt x="3341771" y="3371796"/>
                    <a:pt x="3391399" y="3342550"/>
                    <a:pt x="3417662" y="3295479"/>
                  </a:cubicBezTo>
                  <a:lnTo>
                    <a:pt x="3866428" y="2519189"/>
                  </a:lnTo>
                  <a:cubicBezTo>
                    <a:pt x="3884813" y="2483320"/>
                    <a:pt x="3888794" y="2441778"/>
                    <a:pt x="3877544" y="2403078"/>
                  </a:cubicBezTo>
                  <a:close/>
                  <a:moveTo>
                    <a:pt x="1516939" y="3185544"/>
                  </a:moveTo>
                  <a:cubicBezTo>
                    <a:pt x="1367107" y="3137446"/>
                    <a:pt x="1229617" y="3057109"/>
                    <a:pt x="1114162" y="2950186"/>
                  </a:cubicBezTo>
                  <a:lnTo>
                    <a:pt x="1057151" y="2906479"/>
                  </a:lnTo>
                  <a:cubicBezTo>
                    <a:pt x="1030746" y="2885081"/>
                    <a:pt x="997728" y="2873527"/>
                    <a:pt x="963750" y="2873793"/>
                  </a:cubicBezTo>
                  <a:cubicBezTo>
                    <a:pt x="938751" y="2873717"/>
                    <a:pt x="914140" y="2879959"/>
                    <a:pt x="892202" y="2891941"/>
                  </a:cubicBezTo>
                  <a:lnTo>
                    <a:pt x="660550" y="3013278"/>
                  </a:lnTo>
                  <a:lnTo>
                    <a:pt x="358490" y="2502561"/>
                  </a:lnTo>
                  <a:lnTo>
                    <a:pt x="582921" y="2381224"/>
                  </a:lnTo>
                  <a:cubicBezTo>
                    <a:pt x="635580" y="2356092"/>
                    <a:pt x="668738" y="2302550"/>
                    <a:pt x="667771" y="2244209"/>
                  </a:cubicBezTo>
                  <a:lnTo>
                    <a:pt x="667771" y="1932458"/>
                  </a:lnTo>
                  <a:cubicBezTo>
                    <a:pt x="665413" y="1888152"/>
                    <a:pt x="665413" y="1843741"/>
                    <a:pt x="667771" y="1799434"/>
                  </a:cubicBezTo>
                  <a:cubicBezTo>
                    <a:pt x="676506" y="1742424"/>
                    <a:pt x="680984" y="1684844"/>
                    <a:pt x="681169" y="1627168"/>
                  </a:cubicBezTo>
                  <a:cubicBezTo>
                    <a:pt x="681239" y="1572999"/>
                    <a:pt x="652213" y="1522963"/>
                    <a:pt x="605155" y="1496140"/>
                  </a:cubicBezTo>
                  <a:lnTo>
                    <a:pt x="382720" y="1367106"/>
                  </a:lnTo>
                  <a:lnTo>
                    <a:pt x="677273" y="866176"/>
                  </a:lnTo>
                  <a:lnTo>
                    <a:pt x="884695" y="987418"/>
                  </a:lnTo>
                  <a:cubicBezTo>
                    <a:pt x="939352" y="1019762"/>
                    <a:pt x="1008493" y="1013928"/>
                    <a:pt x="1056961" y="972880"/>
                  </a:cubicBezTo>
                  <a:lnTo>
                    <a:pt x="1069123" y="963379"/>
                  </a:lnTo>
                  <a:cubicBezTo>
                    <a:pt x="1196009" y="839420"/>
                    <a:pt x="1348930" y="745290"/>
                    <a:pt x="1516749" y="687829"/>
                  </a:cubicBezTo>
                  <a:cubicBezTo>
                    <a:pt x="1579128" y="668361"/>
                    <a:pt x="1622095" y="611207"/>
                    <a:pt x="1623453" y="545873"/>
                  </a:cubicBezTo>
                  <a:lnTo>
                    <a:pt x="1623453" y="303295"/>
                  </a:lnTo>
                  <a:lnTo>
                    <a:pt x="2230043" y="303295"/>
                  </a:lnTo>
                  <a:lnTo>
                    <a:pt x="2230043" y="545873"/>
                  </a:lnTo>
                  <a:cubicBezTo>
                    <a:pt x="2230043" y="611839"/>
                    <a:pt x="2272743" y="670217"/>
                    <a:pt x="2335607" y="690204"/>
                  </a:cubicBezTo>
                  <a:cubicBezTo>
                    <a:pt x="2518087" y="749302"/>
                    <a:pt x="2685944" y="846461"/>
                    <a:pt x="2828081" y="975256"/>
                  </a:cubicBezTo>
                  <a:cubicBezTo>
                    <a:pt x="2855331" y="997927"/>
                    <a:pt x="2889642" y="1010365"/>
                    <a:pt x="2925093" y="1010412"/>
                  </a:cubicBezTo>
                  <a:cubicBezTo>
                    <a:pt x="2950149" y="1010602"/>
                    <a:pt x="2974825" y="1004321"/>
                    <a:pt x="2996736" y="992169"/>
                  </a:cubicBezTo>
                  <a:lnTo>
                    <a:pt x="3229623" y="870927"/>
                  </a:lnTo>
                  <a:lnTo>
                    <a:pt x="3526836" y="1375563"/>
                  </a:lnTo>
                  <a:lnTo>
                    <a:pt x="3298795" y="1504121"/>
                  </a:lnTo>
                  <a:cubicBezTo>
                    <a:pt x="3238250" y="1537681"/>
                    <a:pt x="3209051" y="1608716"/>
                    <a:pt x="3228483" y="1675152"/>
                  </a:cubicBezTo>
                  <a:cubicBezTo>
                    <a:pt x="3244702" y="1762843"/>
                    <a:pt x="3250792" y="1852112"/>
                    <a:pt x="3246631" y="1941200"/>
                  </a:cubicBezTo>
                  <a:cubicBezTo>
                    <a:pt x="3250289" y="2035827"/>
                    <a:pt x="3243923" y="2130588"/>
                    <a:pt x="3227627" y="2223876"/>
                  </a:cubicBezTo>
                  <a:cubicBezTo>
                    <a:pt x="3212168" y="2289590"/>
                    <a:pt x="3243125" y="2357432"/>
                    <a:pt x="3302881" y="2388825"/>
                  </a:cubicBezTo>
                  <a:lnTo>
                    <a:pt x="3527311" y="2510162"/>
                  </a:lnTo>
                  <a:lnTo>
                    <a:pt x="3228578" y="3025345"/>
                  </a:lnTo>
                  <a:lnTo>
                    <a:pt x="2996926" y="2904103"/>
                  </a:lnTo>
                  <a:cubicBezTo>
                    <a:pt x="2974939" y="2892150"/>
                    <a:pt x="2950310" y="2885870"/>
                    <a:pt x="2925283" y="2885860"/>
                  </a:cubicBezTo>
                  <a:cubicBezTo>
                    <a:pt x="2891438" y="2885584"/>
                    <a:pt x="2858457" y="2896549"/>
                    <a:pt x="2831501" y="2917026"/>
                  </a:cubicBezTo>
                  <a:cubicBezTo>
                    <a:pt x="2689184" y="3043797"/>
                    <a:pt x="2521821" y="3139261"/>
                    <a:pt x="2340263" y="3197231"/>
                  </a:cubicBezTo>
                  <a:cubicBezTo>
                    <a:pt x="2276668" y="3214068"/>
                    <a:pt x="2231116" y="3269891"/>
                    <a:pt x="2227382" y="3335576"/>
                  </a:cubicBezTo>
                  <a:lnTo>
                    <a:pt x="2227382" y="3578155"/>
                  </a:lnTo>
                  <a:lnTo>
                    <a:pt x="1621268" y="3578155"/>
                  </a:lnTo>
                  <a:lnTo>
                    <a:pt x="1621268" y="3335956"/>
                  </a:lnTo>
                  <a:cubicBezTo>
                    <a:pt x="1623957" y="3268152"/>
                    <a:pt x="1581389" y="3206780"/>
                    <a:pt x="1516939" y="3185544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262626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</p:grpSp>
      <p:sp>
        <p:nvSpPr>
          <p:cNvPr id="157" name="TextBox 12">
            <a:extLst>
              <a:ext uri="{FF2B5EF4-FFF2-40B4-BE49-F238E27FC236}">
                <a16:creationId xmlns:a16="http://schemas.microsoft.com/office/drawing/2014/main" id="{54D0207F-2FE8-43B7-8A00-66187A9F5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9802" y="3632512"/>
            <a:ext cx="8403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external function</a:t>
            </a:r>
          </a:p>
        </p:txBody>
      </p:sp>
      <p:grpSp>
        <p:nvGrpSpPr>
          <p:cNvPr id="271" name="Google Shape;2236;p122">
            <a:extLst>
              <a:ext uri="{FF2B5EF4-FFF2-40B4-BE49-F238E27FC236}">
                <a16:creationId xmlns:a16="http://schemas.microsoft.com/office/drawing/2014/main" id="{9FEEC021-83F9-4007-836E-BD1BECCEE025}"/>
              </a:ext>
            </a:extLst>
          </p:cNvPr>
          <p:cNvGrpSpPr/>
          <p:nvPr/>
        </p:nvGrpSpPr>
        <p:grpSpPr>
          <a:xfrm>
            <a:off x="10372739" y="3567021"/>
            <a:ext cx="365760" cy="365760"/>
            <a:chOff x="5878707" y="747121"/>
            <a:chExt cx="3883818" cy="3886674"/>
          </a:xfrm>
        </p:grpSpPr>
        <p:sp>
          <p:nvSpPr>
            <p:cNvPr id="272" name="Google Shape;2237;p122">
              <a:extLst>
                <a:ext uri="{FF2B5EF4-FFF2-40B4-BE49-F238E27FC236}">
                  <a16:creationId xmlns:a16="http://schemas.microsoft.com/office/drawing/2014/main" id="{04D5BF5D-BFF3-421B-AE0B-E10E3DE1FDE6}"/>
                </a:ext>
              </a:extLst>
            </p:cNvPr>
            <p:cNvSpPr/>
            <p:nvPr/>
          </p:nvSpPr>
          <p:spPr>
            <a:xfrm>
              <a:off x="6934812" y="1803902"/>
              <a:ext cx="1773206" cy="1773209"/>
            </a:xfrm>
            <a:custGeom>
              <a:avLst/>
              <a:gdLst/>
              <a:ahLst/>
              <a:cxnLst/>
              <a:rect l="l" t="t" r="r" b="b"/>
              <a:pathLst>
                <a:path w="1773206" h="1773209" extrusionOk="0">
                  <a:moveTo>
                    <a:pt x="1716484" y="765933"/>
                  </a:moveTo>
                  <a:lnTo>
                    <a:pt x="1506687" y="886605"/>
                  </a:lnTo>
                  <a:lnTo>
                    <a:pt x="1716484" y="1006991"/>
                  </a:lnTo>
                  <a:cubicBezTo>
                    <a:pt x="1769704" y="1036551"/>
                    <a:pt x="1788878" y="1103652"/>
                    <a:pt x="1759318" y="1156862"/>
                  </a:cubicBezTo>
                  <a:cubicBezTo>
                    <a:pt x="1729768" y="1210081"/>
                    <a:pt x="1662667" y="1229255"/>
                    <a:pt x="1609448" y="1199705"/>
                  </a:cubicBezTo>
                  <a:cubicBezTo>
                    <a:pt x="1608279" y="1199049"/>
                    <a:pt x="1607120" y="1198384"/>
                    <a:pt x="1605980" y="1197691"/>
                  </a:cubicBezTo>
                  <a:lnTo>
                    <a:pt x="1230282" y="981812"/>
                  </a:lnTo>
                  <a:cubicBezTo>
                    <a:pt x="1177623" y="951596"/>
                    <a:pt x="1159428" y="884400"/>
                    <a:pt x="1189653" y="831742"/>
                  </a:cubicBezTo>
                  <a:cubicBezTo>
                    <a:pt x="1199354" y="814838"/>
                    <a:pt x="1213378" y="800814"/>
                    <a:pt x="1230282" y="791112"/>
                  </a:cubicBezTo>
                  <a:lnTo>
                    <a:pt x="1605980" y="575329"/>
                  </a:lnTo>
                  <a:cubicBezTo>
                    <a:pt x="1658800" y="544971"/>
                    <a:pt x="1726224" y="562919"/>
                    <a:pt x="1756962" y="615521"/>
                  </a:cubicBezTo>
                  <a:cubicBezTo>
                    <a:pt x="1787377" y="667761"/>
                    <a:pt x="1769684" y="734777"/>
                    <a:pt x="1717444" y="765192"/>
                  </a:cubicBezTo>
                  <a:cubicBezTo>
                    <a:pt x="1717121" y="765372"/>
                    <a:pt x="1716808" y="765562"/>
                    <a:pt x="1716484" y="765743"/>
                  </a:cubicBezTo>
                  <a:close/>
                  <a:moveTo>
                    <a:pt x="1517899" y="1351048"/>
                  </a:moveTo>
                  <a:lnTo>
                    <a:pt x="1142296" y="1135455"/>
                  </a:lnTo>
                  <a:cubicBezTo>
                    <a:pt x="1089068" y="1104964"/>
                    <a:pt x="1021197" y="1123397"/>
                    <a:pt x="990706" y="1176625"/>
                  </a:cubicBezTo>
                  <a:cubicBezTo>
                    <a:pt x="981299" y="1193026"/>
                    <a:pt x="976244" y="1211563"/>
                    <a:pt x="976016" y="1230472"/>
                  </a:cubicBezTo>
                  <a:lnTo>
                    <a:pt x="976016" y="1662040"/>
                  </a:lnTo>
                  <a:cubicBezTo>
                    <a:pt x="977802" y="1723098"/>
                    <a:pt x="1028751" y="1771138"/>
                    <a:pt x="1089809" y="1769352"/>
                  </a:cubicBezTo>
                  <a:cubicBezTo>
                    <a:pt x="1148349" y="1767632"/>
                    <a:pt x="1195401" y="1720579"/>
                    <a:pt x="1197121" y="1662040"/>
                  </a:cubicBezTo>
                  <a:lnTo>
                    <a:pt x="1197121" y="1420696"/>
                  </a:lnTo>
                  <a:lnTo>
                    <a:pt x="1407489" y="1541463"/>
                  </a:lnTo>
                  <a:cubicBezTo>
                    <a:pt x="1459311" y="1573408"/>
                    <a:pt x="1527210" y="1557293"/>
                    <a:pt x="1559155" y="1505480"/>
                  </a:cubicBezTo>
                  <a:cubicBezTo>
                    <a:pt x="1591100" y="1453658"/>
                    <a:pt x="1574985" y="1385758"/>
                    <a:pt x="1523172" y="1353813"/>
                  </a:cubicBezTo>
                  <a:cubicBezTo>
                    <a:pt x="1521443" y="1352749"/>
                    <a:pt x="1519685" y="1351732"/>
                    <a:pt x="1517899" y="1350763"/>
                  </a:cubicBezTo>
                  <a:close/>
                  <a:moveTo>
                    <a:pt x="1084526" y="929077"/>
                  </a:moveTo>
                  <a:lnTo>
                    <a:pt x="928318" y="1084335"/>
                  </a:lnTo>
                  <a:cubicBezTo>
                    <a:pt x="922958" y="1089295"/>
                    <a:pt x="916032" y="1092222"/>
                    <a:pt x="908744" y="1092602"/>
                  </a:cubicBezTo>
                  <a:lnTo>
                    <a:pt x="863231" y="1092602"/>
                  </a:lnTo>
                  <a:cubicBezTo>
                    <a:pt x="855914" y="1092193"/>
                    <a:pt x="848969" y="1089267"/>
                    <a:pt x="843562" y="1084335"/>
                  </a:cubicBezTo>
                  <a:lnTo>
                    <a:pt x="687164" y="929077"/>
                  </a:lnTo>
                  <a:cubicBezTo>
                    <a:pt x="682394" y="923842"/>
                    <a:pt x="679544" y="917143"/>
                    <a:pt x="679088" y="910074"/>
                  </a:cubicBezTo>
                  <a:lnTo>
                    <a:pt x="679088" y="864276"/>
                  </a:lnTo>
                  <a:cubicBezTo>
                    <a:pt x="679439" y="857016"/>
                    <a:pt x="682290" y="850099"/>
                    <a:pt x="687164" y="844702"/>
                  </a:cubicBezTo>
                  <a:lnTo>
                    <a:pt x="843182" y="689539"/>
                  </a:lnTo>
                  <a:cubicBezTo>
                    <a:pt x="848598" y="684627"/>
                    <a:pt x="855553" y="681748"/>
                    <a:pt x="862851" y="681368"/>
                  </a:cubicBezTo>
                  <a:lnTo>
                    <a:pt x="908744" y="681368"/>
                  </a:lnTo>
                  <a:cubicBezTo>
                    <a:pt x="916022" y="681729"/>
                    <a:pt x="922949" y="684617"/>
                    <a:pt x="928318" y="689539"/>
                  </a:cubicBezTo>
                  <a:lnTo>
                    <a:pt x="1084526" y="844702"/>
                  </a:lnTo>
                  <a:cubicBezTo>
                    <a:pt x="1089334" y="850128"/>
                    <a:pt x="1092146" y="857035"/>
                    <a:pt x="1092507" y="864276"/>
                  </a:cubicBezTo>
                  <a:lnTo>
                    <a:pt x="1092507" y="910074"/>
                  </a:lnTo>
                  <a:cubicBezTo>
                    <a:pt x="1092041" y="917124"/>
                    <a:pt x="1089229" y="923813"/>
                    <a:pt x="1084526" y="929077"/>
                  </a:cubicBezTo>
                  <a:close/>
                  <a:moveTo>
                    <a:pt x="959673" y="886035"/>
                  </a:moveTo>
                  <a:cubicBezTo>
                    <a:pt x="959179" y="878737"/>
                    <a:pt x="956272" y="871820"/>
                    <a:pt x="951407" y="866366"/>
                  </a:cubicBezTo>
                  <a:lnTo>
                    <a:pt x="906179" y="821613"/>
                  </a:lnTo>
                  <a:cubicBezTo>
                    <a:pt x="900810" y="816748"/>
                    <a:pt x="893931" y="813860"/>
                    <a:pt x="886700" y="813442"/>
                  </a:cubicBezTo>
                  <a:lnTo>
                    <a:pt x="884895" y="813442"/>
                  </a:lnTo>
                  <a:cubicBezTo>
                    <a:pt x="877816" y="813926"/>
                    <a:pt x="871117" y="816815"/>
                    <a:pt x="865891" y="821613"/>
                  </a:cubicBezTo>
                  <a:lnTo>
                    <a:pt x="820568" y="866366"/>
                  </a:lnTo>
                  <a:cubicBezTo>
                    <a:pt x="815808" y="871849"/>
                    <a:pt x="813033" y="878775"/>
                    <a:pt x="812682" y="886035"/>
                  </a:cubicBezTo>
                  <a:lnTo>
                    <a:pt x="812682" y="887745"/>
                  </a:lnTo>
                  <a:cubicBezTo>
                    <a:pt x="813081" y="894786"/>
                    <a:pt x="815865" y="901494"/>
                    <a:pt x="820568" y="906748"/>
                  </a:cubicBezTo>
                  <a:lnTo>
                    <a:pt x="865891" y="951691"/>
                  </a:lnTo>
                  <a:cubicBezTo>
                    <a:pt x="871146" y="956423"/>
                    <a:pt x="877835" y="959274"/>
                    <a:pt x="884895" y="959768"/>
                  </a:cubicBezTo>
                  <a:lnTo>
                    <a:pt x="886700" y="959768"/>
                  </a:lnTo>
                  <a:cubicBezTo>
                    <a:pt x="893912" y="959340"/>
                    <a:pt x="900772" y="956490"/>
                    <a:pt x="906179" y="951691"/>
                  </a:cubicBezTo>
                  <a:lnTo>
                    <a:pt x="951407" y="906748"/>
                  </a:lnTo>
                  <a:cubicBezTo>
                    <a:pt x="956214" y="901522"/>
                    <a:pt x="959132" y="894824"/>
                    <a:pt x="959673" y="887745"/>
                  </a:cubicBezTo>
                  <a:close/>
                  <a:moveTo>
                    <a:pt x="253696" y="422161"/>
                  </a:moveTo>
                  <a:lnTo>
                    <a:pt x="629394" y="637945"/>
                  </a:lnTo>
                  <a:cubicBezTo>
                    <a:pt x="682651" y="668493"/>
                    <a:pt x="750588" y="650079"/>
                    <a:pt x="781136" y="596821"/>
                  </a:cubicBezTo>
                  <a:cubicBezTo>
                    <a:pt x="790552" y="580403"/>
                    <a:pt x="795626" y="561855"/>
                    <a:pt x="795864" y="542928"/>
                  </a:cubicBezTo>
                  <a:lnTo>
                    <a:pt x="795864" y="110600"/>
                  </a:lnTo>
                  <a:cubicBezTo>
                    <a:pt x="795864" y="49513"/>
                    <a:pt x="746350" y="0"/>
                    <a:pt x="685264" y="0"/>
                  </a:cubicBezTo>
                  <a:cubicBezTo>
                    <a:pt x="624177" y="0"/>
                    <a:pt x="574664" y="49513"/>
                    <a:pt x="574664" y="110600"/>
                  </a:cubicBezTo>
                  <a:lnTo>
                    <a:pt x="574664" y="352133"/>
                  </a:lnTo>
                  <a:lnTo>
                    <a:pt x="364201" y="231177"/>
                  </a:lnTo>
                  <a:cubicBezTo>
                    <a:pt x="313614" y="197312"/>
                    <a:pt x="245163" y="210862"/>
                    <a:pt x="211290" y="261449"/>
                  </a:cubicBezTo>
                  <a:cubicBezTo>
                    <a:pt x="177426" y="312027"/>
                    <a:pt x="190975" y="380487"/>
                    <a:pt x="241562" y="414351"/>
                  </a:cubicBezTo>
                  <a:cubicBezTo>
                    <a:pt x="245334" y="416878"/>
                    <a:pt x="249259" y="419168"/>
                    <a:pt x="253316" y="421211"/>
                  </a:cubicBezTo>
                  <a:lnTo>
                    <a:pt x="253316" y="421211"/>
                  </a:lnTo>
                  <a:close/>
                  <a:moveTo>
                    <a:pt x="1078255" y="652292"/>
                  </a:moveTo>
                  <a:cubicBezTo>
                    <a:pt x="1100565" y="654088"/>
                    <a:pt x="1122884" y="649081"/>
                    <a:pt x="1142296" y="637945"/>
                  </a:cubicBezTo>
                  <a:lnTo>
                    <a:pt x="1517899" y="422161"/>
                  </a:lnTo>
                  <a:cubicBezTo>
                    <a:pt x="1570576" y="391974"/>
                    <a:pt x="1588800" y="324787"/>
                    <a:pt x="1558614" y="272119"/>
                  </a:cubicBezTo>
                  <a:cubicBezTo>
                    <a:pt x="1558595" y="272091"/>
                    <a:pt x="1558585" y="272062"/>
                    <a:pt x="1558566" y="272034"/>
                  </a:cubicBezTo>
                  <a:lnTo>
                    <a:pt x="1558566" y="272034"/>
                  </a:lnTo>
                  <a:cubicBezTo>
                    <a:pt x="1527894" y="219404"/>
                    <a:pt x="1460470" y="201436"/>
                    <a:pt x="1407679" y="231842"/>
                  </a:cubicBezTo>
                  <a:lnTo>
                    <a:pt x="1197311" y="352799"/>
                  </a:lnTo>
                  <a:lnTo>
                    <a:pt x="1197311" y="110600"/>
                  </a:lnTo>
                  <a:cubicBezTo>
                    <a:pt x="1195525" y="49542"/>
                    <a:pt x="1144576" y="1501"/>
                    <a:pt x="1083519" y="3288"/>
                  </a:cubicBezTo>
                  <a:cubicBezTo>
                    <a:pt x="1024978" y="5007"/>
                    <a:pt x="977926" y="52060"/>
                    <a:pt x="976206" y="110600"/>
                  </a:cubicBezTo>
                  <a:lnTo>
                    <a:pt x="976206" y="542263"/>
                  </a:lnTo>
                  <a:cubicBezTo>
                    <a:pt x="976301" y="599967"/>
                    <a:pt x="1020893" y="647827"/>
                    <a:pt x="1078445" y="652007"/>
                  </a:cubicBezTo>
                  <a:close/>
                  <a:moveTo>
                    <a:pt x="693530" y="1121392"/>
                  </a:moveTo>
                  <a:cubicBezTo>
                    <a:pt x="671182" y="1119492"/>
                    <a:pt x="648796" y="1124499"/>
                    <a:pt x="629394" y="1135740"/>
                  </a:cubicBezTo>
                  <a:lnTo>
                    <a:pt x="253696" y="1351333"/>
                  </a:lnTo>
                  <a:cubicBezTo>
                    <a:pt x="200477" y="1380893"/>
                    <a:pt x="181302" y="1447994"/>
                    <a:pt x="210862" y="1501204"/>
                  </a:cubicBezTo>
                  <a:cubicBezTo>
                    <a:pt x="240413" y="1554423"/>
                    <a:pt x="307514" y="1573598"/>
                    <a:pt x="360733" y="1544047"/>
                  </a:cubicBezTo>
                  <a:cubicBezTo>
                    <a:pt x="361902" y="1543392"/>
                    <a:pt x="363061" y="1542727"/>
                    <a:pt x="364201" y="1542033"/>
                  </a:cubicBezTo>
                  <a:lnTo>
                    <a:pt x="574664" y="1421266"/>
                  </a:lnTo>
                  <a:lnTo>
                    <a:pt x="574664" y="1662610"/>
                  </a:lnTo>
                  <a:cubicBezTo>
                    <a:pt x="574664" y="1723696"/>
                    <a:pt x="624177" y="1773209"/>
                    <a:pt x="685264" y="1773209"/>
                  </a:cubicBezTo>
                  <a:cubicBezTo>
                    <a:pt x="746350" y="1773209"/>
                    <a:pt x="795864" y="1723696"/>
                    <a:pt x="795864" y="1662610"/>
                  </a:cubicBezTo>
                  <a:lnTo>
                    <a:pt x="795864" y="1230757"/>
                  </a:lnTo>
                  <a:cubicBezTo>
                    <a:pt x="795759" y="1173034"/>
                    <a:pt x="751111" y="1125193"/>
                    <a:pt x="693530" y="1121107"/>
                  </a:cubicBezTo>
                  <a:close/>
                  <a:moveTo>
                    <a:pt x="591672" y="919291"/>
                  </a:moveTo>
                  <a:cubicBezTo>
                    <a:pt x="595283" y="907699"/>
                    <a:pt x="596983" y="895603"/>
                    <a:pt x="596708" y="883469"/>
                  </a:cubicBezTo>
                  <a:cubicBezTo>
                    <a:pt x="596328" y="874661"/>
                    <a:pt x="594960" y="865929"/>
                    <a:pt x="592622" y="857435"/>
                  </a:cubicBezTo>
                  <a:cubicBezTo>
                    <a:pt x="585049" y="829262"/>
                    <a:pt x="566502" y="805308"/>
                    <a:pt x="541123" y="790923"/>
                  </a:cubicBezTo>
                  <a:lnTo>
                    <a:pt x="165805" y="575139"/>
                  </a:lnTo>
                  <a:cubicBezTo>
                    <a:pt x="112938" y="544762"/>
                    <a:pt x="45466" y="562805"/>
                    <a:pt x="14823" y="615521"/>
                  </a:cubicBezTo>
                  <a:cubicBezTo>
                    <a:pt x="-15564" y="667904"/>
                    <a:pt x="2262" y="734995"/>
                    <a:pt x="54635" y="765391"/>
                  </a:cubicBezTo>
                  <a:cubicBezTo>
                    <a:pt x="54958" y="765572"/>
                    <a:pt x="55272" y="765752"/>
                    <a:pt x="55585" y="765933"/>
                  </a:cubicBezTo>
                  <a:lnTo>
                    <a:pt x="264623" y="886605"/>
                  </a:lnTo>
                  <a:lnTo>
                    <a:pt x="55585" y="1006991"/>
                  </a:lnTo>
                  <a:cubicBezTo>
                    <a:pt x="2927" y="1037530"/>
                    <a:pt x="-15003" y="1104983"/>
                    <a:pt x="15536" y="1157641"/>
                  </a:cubicBezTo>
                  <a:cubicBezTo>
                    <a:pt x="46074" y="1210300"/>
                    <a:pt x="113527" y="1228229"/>
                    <a:pt x="166185" y="1197691"/>
                  </a:cubicBezTo>
                  <a:lnTo>
                    <a:pt x="541503" y="981812"/>
                  </a:lnTo>
                  <a:cubicBezTo>
                    <a:pt x="565694" y="968034"/>
                    <a:pt x="583766" y="945591"/>
                    <a:pt x="592052" y="919006"/>
                  </a:cubicBezTo>
                  <a:close/>
                </a:path>
              </a:pathLst>
            </a:custGeom>
            <a:solidFill>
              <a:srgbClr val="2AB4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262626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273" name="Google Shape;2238;p122">
              <a:extLst>
                <a:ext uri="{FF2B5EF4-FFF2-40B4-BE49-F238E27FC236}">
                  <a16:creationId xmlns:a16="http://schemas.microsoft.com/office/drawing/2014/main" id="{DA687156-F560-46D3-BADD-FDE4B94EF0BA}"/>
                </a:ext>
              </a:extLst>
            </p:cNvPr>
            <p:cNvSpPr/>
            <p:nvPr/>
          </p:nvSpPr>
          <p:spPr>
            <a:xfrm>
              <a:off x="5878707" y="747121"/>
              <a:ext cx="3883818" cy="3886674"/>
            </a:xfrm>
            <a:custGeom>
              <a:avLst/>
              <a:gdLst/>
              <a:ahLst/>
              <a:cxnLst/>
              <a:rect l="l" t="t" r="r" b="b"/>
              <a:pathLst>
                <a:path w="3883818" h="3886674" extrusionOk="0">
                  <a:moveTo>
                    <a:pt x="3877544" y="2403078"/>
                  </a:moveTo>
                  <a:cubicBezTo>
                    <a:pt x="3865886" y="2363855"/>
                    <a:pt x="3839310" y="2330760"/>
                    <a:pt x="3803526" y="2310911"/>
                  </a:cubicBezTo>
                  <a:lnTo>
                    <a:pt x="3536718" y="2165345"/>
                  </a:lnTo>
                  <a:cubicBezTo>
                    <a:pt x="3544823" y="2087992"/>
                    <a:pt x="3547997" y="2010211"/>
                    <a:pt x="3546220" y="1932458"/>
                  </a:cubicBezTo>
                  <a:cubicBezTo>
                    <a:pt x="3547731" y="1856730"/>
                    <a:pt x="3544899" y="1780972"/>
                    <a:pt x="3537763" y="1705557"/>
                  </a:cubicBezTo>
                  <a:lnTo>
                    <a:pt x="3805807" y="1553530"/>
                  </a:lnTo>
                  <a:cubicBezTo>
                    <a:pt x="3841267" y="1533310"/>
                    <a:pt x="3867064" y="1499636"/>
                    <a:pt x="3877354" y="1460128"/>
                  </a:cubicBezTo>
                  <a:cubicBezTo>
                    <a:pt x="3887322" y="1421665"/>
                    <a:pt x="3882115" y="1380836"/>
                    <a:pt x="3862817" y="1346108"/>
                  </a:cubicBezTo>
                  <a:lnTo>
                    <a:pt x="3413006" y="584735"/>
                  </a:lnTo>
                  <a:cubicBezTo>
                    <a:pt x="3386087" y="538583"/>
                    <a:pt x="3336546" y="510349"/>
                    <a:pt x="3283117" y="510717"/>
                  </a:cubicBezTo>
                  <a:cubicBezTo>
                    <a:pt x="3258270" y="510712"/>
                    <a:pt x="3233756" y="516538"/>
                    <a:pt x="3211570" y="527725"/>
                  </a:cubicBezTo>
                  <a:lnTo>
                    <a:pt x="2938680" y="676902"/>
                  </a:lnTo>
                  <a:cubicBezTo>
                    <a:pt x="2814369" y="576782"/>
                    <a:pt x="2676281" y="495085"/>
                    <a:pt x="2528682" y="434323"/>
                  </a:cubicBezTo>
                  <a:lnTo>
                    <a:pt x="2528682" y="150412"/>
                  </a:lnTo>
                  <a:cubicBezTo>
                    <a:pt x="2527807" y="67670"/>
                    <a:pt x="2460915" y="823"/>
                    <a:pt x="2378174" y="0"/>
                  </a:cubicBezTo>
                  <a:lnTo>
                    <a:pt x="1473231" y="0"/>
                  </a:lnTo>
                  <a:cubicBezTo>
                    <a:pt x="1390528" y="874"/>
                    <a:pt x="1323693" y="67707"/>
                    <a:pt x="1322819" y="150412"/>
                  </a:cubicBezTo>
                  <a:lnTo>
                    <a:pt x="1322819" y="437934"/>
                  </a:lnTo>
                  <a:cubicBezTo>
                    <a:pt x="1185519" y="496700"/>
                    <a:pt x="1058244" y="576559"/>
                    <a:pt x="945601" y="674622"/>
                  </a:cubicBezTo>
                  <a:lnTo>
                    <a:pt x="703118" y="531336"/>
                  </a:lnTo>
                  <a:cubicBezTo>
                    <a:pt x="680000" y="517979"/>
                    <a:pt x="653803" y="510873"/>
                    <a:pt x="627104" y="510717"/>
                  </a:cubicBezTo>
                  <a:cubicBezTo>
                    <a:pt x="573700" y="510345"/>
                    <a:pt x="524182" y="538584"/>
                    <a:pt x="497310" y="584735"/>
                  </a:cubicBezTo>
                  <a:lnTo>
                    <a:pt x="45504" y="1346488"/>
                  </a:lnTo>
                  <a:cubicBezTo>
                    <a:pt x="22685" y="1382699"/>
                    <a:pt x="17347" y="1427252"/>
                    <a:pt x="30966" y="1467824"/>
                  </a:cubicBezTo>
                  <a:cubicBezTo>
                    <a:pt x="40870" y="1506838"/>
                    <a:pt x="66265" y="1540132"/>
                    <a:pt x="101279" y="1559991"/>
                  </a:cubicBezTo>
                  <a:lnTo>
                    <a:pt x="380059" y="1717719"/>
                  </a:lnTo>
                  <a:cubicBezTo>
                    <a:pt x="379489" y="1724988"/>
                    <a:pt x="379489" y="1732295"/>
                    <a:pt x="380059" y="1739573"/>
                  </a:cubicBezTo>
                  <a:lnTo>
                    <a:pt x="380059" y="1768649"/>
                  </a:lnTo>
                  <a:cubicBezTo>
                    <a:pt x="372541" y="1824585"/>
                    <a:pt x="368101" y="1880883"/>
                    <a:pt x="366757" y="1937304"/>
                  </a:cubicBezTo>
                  <a:lnTo>
                    <a:pt x="366757" y="2164110"/>
                  </a:lnTo>
                  <a:lnTo>
                    <a:pt x="79425" y="2312147"/>
                  </a:lnTo>
                  <a:cubicBezTo>
                    <a:pt x="43825" y="2330722"/>
                    <a:pt x="17484" y="2363180"/>
                    <a:pt x="6642" y="2401843"/>
                  </a:cubicBezTo>
                  <a:cubicBezTo>
                    <a:pt x="-5613" y="2442425"/>
                    <a:pt x="-774" y="2486246"/>
                    <a:pt x="20040" y="2523179"/>
                  </a:cubicBezTo>
                  <a:lnTo>
                    <a:pt x="470041" y="3300800"/>
                  </a:lnTo>
                  <a:cubicBezTo>
                    <a:pt x="496445" y="3347681"/>
                    <a:pt x="546032" y="3376718"/>
                    <a:pt x="599834" y="3376814"/>
                  </a:cubicBezTo>
                  <a:cubicBezTo>
                    <a:pt x="625289" y="3376557"/>
                    <a:pt x="650288" y="3370029"/>
                    <a:pt x="672617" y="3357810"/>
                  </a:cubicBezTo>
                  <a:lnTo>
                    <a:pt x="945601" y="3209773"/>
                  </a:lnTo>
                  <a:cubicBezTo>
                    <a:pt x="1058463" y="3306871"/>
                    <a:pt x="1185719" y="3385850"/>
                    <a:pt x="1322819" y="3443896"/>
                  </a:cubicBezTo>
                  <a:lnTo>
                    <a:pt x="1322819" y="3736263"/>
                  </a:lnTo>
                  <a:cubicBezTo>
                    <a:pt x="1323693" y="3818966"/>
                    <a:pt x="1390528" y="3885801"/>
                    <a:pt x="1473231" y="3886675"/>
                  </a:cubicBezTo>
                  <a:lnTo>
                    <a:pt x="2378174" y="3886675"/>
                  </a:lnTo>
                  <a:cubicBezTo>
                    <a:pt x="2460915" y="3885849"/>
                    <a:pt x="2527807" y="3819004"/>
                    <a:pt x="2528682" y="3736263"/>
                  </a:cubicBezTo>
                  <a:lnTo>
                    <a:pt x="2528682" y="3445131"/>
                  </a:lnTo>
                  <a:cubicBezTo>
                    <a:pt x="2675207" y="3385640"/>
                    <a:pt x="2812726" y="3306016"/>
                    <a:pt x="2937255" y="3208538"/>
                  </a:cubicBezTo>
                  <a:lnTo>
                    <a:pt x="3215085" y="3352964"/>
                  </a:lnTo>
                  <a:cubicBezTo>
                    <a:pt x="3237424" y="3365155"/>
                    <a:pt x="3262423" y="3371683"/>
                    <a:pt x="3287868" y="3371968"/>
                  </a:cubicBezTo>
                  <a:cubicBezTo>
                    <a:pt x="3341771" y="3371796"/>
                    <a:pt x="3391399" y="3342550"/>
                    <a:pt x="3417662" y="3295479"/>
                  </a:cubicBezTo>
                  <a:lnTo>
                    <a:pt x="3866428" y="2519189"/>
                  </a:lnTo>
                  <a:cubicBezTo>
                    <a:pt x="3884813" y="2483320"/>
                    <a:pt x="3888794" y="2441778"/>
                    <a:pt x="3877544" y="2403078"/>
                  </a:cubicBezTo>
                  <a:close/>
                  <a:moveTo>
                    <a:pt x="1516939" y="3185544"/>
                  </a:moveTo>
                  <a:cubicBezTo>
                    <a:pt x="1367107" y="3137446"/>
                    <a:pt x="1229617" y="3057109"/>
                    <a:pt x="1114162" y="2950186"/>
                  </a:cubicBezTo>
                  <a:lnTo>
                    <a:pt x="1057151" y="2906479"/>
                  </a:lnTo>
                  <a:cubicBezTo>
                    <a:pt x="1030746" y="2885081"/>
                    <a:pt x="997728" y="2873527"/>
                    <a:pt x="963750" y="2873793"/>
                  </a:cubicBezTo>
                  <a:cubicBezTo>
                    <a:pt x="938751" y="2873717"/>
                    <a:pt x="914140" y="2879959"/>
                    <a:pt x="892202" y="2891941"/>
                  </a:cubicBezTo>
                  <a:lnTo>
                    <a:pt x="660550" y="3013278"/>
                  </a:lnTo>
                  <a:lnTo>
                    <a:pt x="358490" y="2502561"/>
                  </a:lnTo>
                  <a:lnTo>
                    <a:pt x="582921" y="2381224"/>
                  </a:lnTo>
                  <a:cubicBezTo>
                    <a:pt x="635580" y="2356092"/>
                    <a:pt x="668738" y="2302550"/>
                    <a:pt x="667771" y="2244209"/>
                  </a:cubicBezTo>
                  <a:lnTo>
                    <a:pt x="667771" y="1932458"/>
                  </a:lnTo>
                  <a:cubicBezTo>
                    <a:pt x="665413" y="1888152"/>
                    <a:pt x="665413" y="1843741"/>
                    <a:pt x="667771" y="1799434"/>
                  </a:cubicBezTo>
                  <a:cubicBezTo>
                    <a:pt x="676506" y="1742424"/>
                    <a:pt x="680984" y="1684844"/>
                    <a:pt x="681169" y="1627168"/>
                  </a:cubicBezTo>
                  <a:cubicBezTo>
                    <a:pt x="681239" y="1572999"/>
                    <a:pt x="652213" y="1522963"/>
                    <a:pt x="605155" y="1496140"/>
                  </a:cubicBezTo>
                  <a:lnTo>
                    <a:pt x="382720" y="1367106"/>
                  </a:lnTo>
                  <a:lnTo>
                    <a:pt x="677273" y="866176"/>
                  </a:lnTo>
                  <a:lnTo>
                    <a:pt x="884695" y="987418"/>
                  </a:lnTo>
                  <a:cubicBezTo>
                    <a:pt x="939352" y="1019762"/>
                    <a:pt x="1008493" y="1013928"/>
                    <a:pt x="1056961" y="972880"/>
                  </a:cubicBezTo>
                  <a:lnTo>
                    <a:pt x="1069123" y="963379"/>
                  </a:lnTo>
                  <a:cubicBezTo>
                    <a:pt x="1196009" y="839420"/>
                    <a:pt x="1348930" y="745290"/>
                    <a:pt x="1516749" y="687829"/>
                  </a:cubicBezTo>
                  <a:cubicBezTo>
                    <a:pt x="1579128" y="668361"/>
                    <a:pt x="1622095" y="611207"/>
                    <a:pt x="1623453" y="545873"/>
                  </a:cubicBezTo>
                  <a:lnTo>
                    <a:pt x="1623453" y="303295"/>
                  </a:lnTo>
                  <a:lnTo>
                    <a:pt x="2230043" y="303295"/>
                  </a:lnTo>
                  <a:lnTo>
                    <a:pt x="2230043" y="545873"/>
                  </a:lnTo>
                  <a:cubicBezTo>
                    <a:pt x="2230043" y="611839"/>
                    <a:pt x="2272743" y="670217"/>
                    <a:pt x="2335607" y="690204"/>
                  </a:cubicBezTo>
                  <a:cubicBezTo>
                    <a:pt x="2518087" y="749302"/>
                    <a:pt x="2685944" y="846461"/>
                    <a:pt x="2828081" y="975256"/>
                  </a:cubicBezTo>
                  <a:cubicBezTo>
                    <a:pt x="2855331" y="997927"/>
                    <a:pt x="2889642" y="1010365"/>
                    <a:pt x="2925093" y="1010412"/>
                  </a:cubicBezTo>
                  <a:cubicBezTo>
                    <a:pt x="2950149" y="1010602"/>
                    <a:pt x="2974825" y="1004321"/>
                    <a:pt x="2996736" y="992169"/>
                  </a:cubicBezTo>
                  <a:lnTo>
                    <a:pt x="3229623" y="870927"/>
                  </a:lnTo>
                  <a:lnTo>
                    <a:pt x="3526836" y="1375563"/>
                  </a:lnTo>
                  <a:lnTo>
                    <a:pt x="3298795" y="1504121"/>
                  </a:lnTo>
                  <a:cubicBezTo>
                    <a:pt x="3238250" y="1537681"/>
                    <a:pt x="3209051" y="1608716"/>
                    <a:pt x="3228483" y="1675152"/>
                  </a:cubicBezTo>
                  <a:cubicBezTo>
                    <a:pt x="3244702" y="1762843"/>
                    <a:pt x="3250792" y="1852112"/>
                    <a:pt x="3246631" y="1941200"/>
                  </a:cubicBezTo>
                  <a:cubicBezTo>
                    <a:pt x="3250289" y="2035827"/>
                    <a:pt x="3243923" y="2130588"/>
                    <a:pt x="3227627" y="2223876"/>
                  </a:cubicBezTo>
                  <a:cubicBezTo>
                    <a:pt x="3212168" y="2289590"/>
                    <a:pt x="3243125" y="2357432"/>
                    <a:pt x="3302881" y="2388825"/>
                  </a:cubicBezTo>
                  <a:lnTo>
                    <a:pt x="3527311" y="2510162"/>
                  </a:lnTo>
                  <a:lnTo>
                    <a:pt x="3228578" y="3025345"/>
                  </a:lnTo>
                  <a:lnTo>
                    <a:pt x="2996926" y="2904103"/>
                  </a:lnTo>
                  <a:cubicBezTo>
                    <a:pt x="2974939" y="2892150"/>
                    <a:pt x="2950310" y="2885870"/>
                    <a:pt x="2925283" y="2885860"/>
                  </a:cubicBezTo>
                  <a:cubicBezTo>
                    <a:pt x="2891438" y="2885584"/>
                    <a:pt x="2858457" y="2896549"/>
                    <a:pt x="2831501" y="2917026"/>
                  </a:cubicBezTo>
                  <a:cubicBezTo>
                    <a:pt x="2689184" y="3043797"/>
                    <a:pt x="2521821" y="3139261"/>
                    <a:pt x="2340263" y="3197231"/>
                  </a:cubicBezTo>
                  <a:cubicBezTo>
                    <a:pt x="2276668" y="3214068"/>
                    <a:pt x="2231116" y="3269891"/>
                    <a:pt x="2227382" y="3335576"/>
                  </a:cubicBezTo>
                  <a:lnTo>
                    <a:pt x="2227382" y="3578155"/>
                  </a:lnTo>
                  <a:lnTo>
                    <a:pt x="1621268" y="3578155"/>
                  </a:lnTo>
                  <a:lnTo>
                    <a:pt x="1621268" y="3335956"/>
                  </a:lnTo>
                  <a:cubicBezTo>
                    <a:pt x="1623957" y="3268152"/>
                    <a:pt x="1581389" y="3206780"/>
                    <a:pt x="1516939" y="3185544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262626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F1E281B4-D696-1497-E391-032E10D75983}"/>
              </a:ext>
            </a:extLst>
          </p:cNvPr>
          <p:cNvSpPr/>
          <p:nvPr/>
        </p:nvSpPr>
        <p:spPr>
          <a:xfrm>
            <a:off x="12802628" y="5331388"/>
            <a:ext cx="936721" cy="341364"/>
          </a:xfrm>
          <a:prstGeom prst="rect">
            <a:avLst/>
          </a:prstGeom>
          <a:noFill/>
          <a:ln w="12700">
            <a:solidFill>
              <a:srgbClr val="29B5E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ln w="0"/>
                <a:solidFill>
                  <a:srgbClr val="1E89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Exhibited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88ECC0E-17EB-4AAD-A3A8-11C588A97A10}"/>
              </a:ext>
            </a:extLst>
          </p:cNvPr>
          <p:cNvSpPr/>
          <p:nvPr/>
        </p:nvSpPr>
        <p:spPr>
          <a:xfrm>
            <a:off x="8314545" y="2852874"/>
            <a:ext cx="1931686" cy="2387718"/>
          </a:xfrm>
          <a:prstGeom prst="rect">
            <a:avLst/>
          </a:prstGeom>
          <a:noFill/>
          <a:ln w="15875">
            <a:solidFill>
              <a:srgbClr val="7D899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197E626-9974-40EF-966B-C98351BE8F93}"/>
              </a:ext>
            </a:extLst>
          </p:cNvPr>
          <p:cNvCxnSpPr>
            <a:cxnSpLocks/>
          </p:cNvCxnSpPr>
          <p:nvPr/>
        </p:nvCxnSpPr>
        <p:spPr>
          <a:xfrm flipH="1">
            <a:off x="10767085" y="3734424"/>
            <a:ext cx="762254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15EAEA93-1D81-47BA-8D08-19D3592AC19E}"/>
              </a:ext>
            </a:extLst>
          </p:cNvPr>
          <p:cNvCxnSpPr>
            <a:cxnSpLocks/>
          </p:cNvCxnSpPr>
          <p:nvPr/>
        </p:nvCxnSpPr>
        <p:spPr>
          <a:xfrm flipH="1">
            <a:off x="10072246" y="3744198"/>
            <a:ext cx="274320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F23917B4-0DFF-4BFA-9C72-EC9CF514BF3C}"/>
              </a:ext>
            </a:extLst>
          </p:cNvPr>
          <p:cNvCxnSpPr>
            <a:cxnSpLocks/>
          </p:cNvCxnSpPr>
          <p:nvPr/>
        </p:nvCxnSpPr>
        <p:spPr>
          <a:xfrm flipH="1">
            <a:off x="8126047" y="3707334"/>
            <a:ext cx="274320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B28486BB-9D87-47B0-A1B0-D13F88CBED89}"/>
              </a:ext>
            </a:extLst>
          </p:cNvPr>
          <p:cNvCxnSpPr>
            <a:cxnSpLocks/>
            <a:endCxn id="215" idx="3"/>
          </p:cNvCxnSpPr>
          <p:nvPr/>
        </p:nvCxnSpPr>
        <p:spPr>
          <a:xfrm flipH="1">
            <a:off x="7070826" y="3691373"/>
            <a:ext cx="710556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A0A9A146-CBA6-4D4D-946B-62412C438AB7}"/>
              </a:ext>
            </a:extLst>
          </p:cNvPr>
          <p:cNvCxnSpPr>
            <a:cxnSpLocks/>
            <a:stCxn id="216" idx="0"/>
          </p:cNvCxnSpPr>
          <p:nvPr/>
        </p:nvCxnSpPr>
        <p:spPr>
          <a:xfrm rot="5400000" flipH="1" flipV="1">
            <a:off x="7336815" y="4088388"/>
            <a:ext cx="808869" cy="1811671"/>
          </a:xfrm>
          <a:prstGeom prst="bentConnector2">
            <a:avLst/>
          </a:prstGeom>
          <a:ln w="12700">
            <a:solidFill>
              <a:srgbClr val="545B64"/>
            </a:solidFill>
            <a:prstDash val="dash"/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: Elbow 266">
            <a:extLst>
              <a:ext uri="{FF2B5EF4-FFF2-40B4-BE49-F238E27FC236}">
                <a16:creationId xmlns:a16="http://schemas.microsoft.com/office/drawing/2014/main" id="{BB48D553-8A18-4D6B-99B4-70D3F04FD6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32237" y="3465572"/>
            <a:ext cx="231647" cy="1811668"/>
          </a:xfrm>
          <a:prstGeom prst="bentConnector2">
            <a:avLst/>
          </a:prstGeom>
          <a:ln w="12700">
            <a:solidFill>
              <a:srgbClr val="545B64"/>
            </a:solidFill>
            <a:prstDash val="dash"/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688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6148-E3E5-664B-8A24-89C2726A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8" y="401065"/>
            <a:ext cx="10515600" cy="982412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B9B0-CBBE-A041-9695-C3789648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all service icons, refer to </a:t>
            </a:r>
            <a:r>
              <a:rPr lang="en-US" dirty="0">
                <a:hlinkClick r:id="rId2"/>
              </a:rPr>
              <a:t>AWS Architecture Icons</a:t>
            </a:r>
            <a:r>
              <a:rPr lang="en-US" dirty="0"/>
              <a:t>.</a:t>
            </a:r>
          </a:p>
          <a:p>
            <a:r>
              <a:rPr lang="en-US" dirty="0"/>
              <a:t>For more architecture diagrams, refer to </a:t>
            </a:r>
            <a:r>
              <a:rPr lang="en-US" dirty="0">
                <a:hlinkClick r:id="rId3"/>
              </a:rPr>
              <a:t>AWS Architecture Center</a:t>
            </a:r>
            <a:r>
              <a:rPr lang="en-US" dirty="0"/>
              <a:t>.</a:t>
            </a:r>
          </a:p>
          <a:p>
            <a:r>
              <a:rPr lang="en-US" dirty="0"/>
              <a:t>For more AWS best practices, refer to </a:t>
            </a:r>
            <a:r>
              <a:rPr lang="en-US" dirty="0">
                <a:hlinkClick r:id="rId4"/>
              </a:rPr>
              <a:t>AWS Well-Architected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you have suggestions about making this experience better, </a:t>
            </a:r>
            <a:r>
              <a:rPr lang="en-US" dirty="0">
                <a:hlinkClick r:id="rId5"/>
              </a:rPr>
              <a:t>provide feedback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C8BDD-2AC7-FD49-B718-D5C3842239D0}"/>
              </a:ext>
            </a:extLst>
          </p:cNvPr>
          <p:cNvSpPr txBox="1"/>
          <p:nvPr/>
        </p:nvSpPr>
        <p:spPr>
          <a:xfrm>
            <a:off x="673768" y="1174282"/>
            <a:ext cx="973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get started with customizing your architecture diagram, refer to the following resources.</a:t>
            </a:r>
          </a:p>
        </p:txBody>
      </p:sp>
    </p:spTree>
    <p:extLst>
      <p:ext uri="{BB962C8B-B14F-4D97-AF65-F5344CB8AC3E}">
        <p14:creationId xmlns:p14="http://schemas.microsoft.com/office/powerpoint/2010/main" val="3056669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60676</TotalTime>
  <Words>177</Words>
  <Application>Microsoft Office PowerPoint</Application>
  <PresentationFormat>Widescreen</PresentationFormat>
  <Paragraphs>47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Amazon Ember</vt:lpstr>
      <vt:lpstr>Arial</vt:lpstr>
      <vt:lpstr>Calibri</vt:lpstr>
      <vt:lpstr>Calibri Light</vt:lpstr>
      <vt:lpstr>Office Theme</vt:lpstr>
      <vt:lpstr>PowerPoint Presentation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Protegrity Data Protection for Amazon S3 and Snowflake</dc:title>
  <dc:subject/>
  <dc:creator>Amazon Web Services</dc:creator>
  <cp:keywords/>
  <dc:description/>
  <cp:lastModifiedBy>Courtright, Andrea</cp:lastModifiedBy>
  <cp:revision>115</cp:revision>
  <dcterms:created xsi:type="dcterms:W3CDTF">2020-07-21T19:38:25Z</dcterms:created>
  <dcterms:modified xsi:type="dcterms:W3CDTF">2023-10-10T22:54:43Z</dcterms:modified>
  <cp:category/>
</cp:coreProperties>
</file>